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3" r:id="rId4"/>
  </p:sldMasterIdLst>
  <p:notesMasterIdLst>
    <p:notesMasterId r:id="rId16"/>
  </p:notesMasterIdLst>
  <p:handoutMasterIdLst>
    <p:handoutMasterId r:id="rId17"/>
  </p:handoutMasterIdLst>
  <p:sldIdLst>
    <p:sldId id="1497" r:id="rId5"/>
    <p:sldId id="1498" r:id="rId6"/>
    <p:sldId id="1513" r:id="rId7"/>
    <p:sldId id="1514" r:id="rId8"/>
    <p:sldId id="1515" r:id="rId9"/>
    <p:sldId id="1499" r:id="rId10"/>
    <p:sldId id="1518" r:id="rId11"/>
    <p:sldId id="1516" r:id="rId12"/>
    <p:sldId id="1502" r:id="rId13"/>
    <p:sldId id="1503" r:id="rId14"/>
    <p:sldId id="1506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941987A-41B7-49AC-EE6E-03F2D0BD95BA}" name="Daria Naidenov" initials="DN" userId="S::danaidenov@microsoft.com::ab38ab5f-bdf0-4774-ae5a-d2782abb202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E3FDE45-AF77-4B5C-9715-49D594BDF05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73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7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4/28/2026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4/28/2026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21249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30" y="5109527"/>
            <a:ext cx="10923934" cy="730884"/>
          </a:xfrm>
        </p:spPr>
        <p:txBody>
          <a:bodyPr anchor="t">
            <a:no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30" y="5857241"/>
            <a:ext cx="10923934" cy="382590"/>
          </a:xfrm>
        </p:spPr>
        <p:txBody>
          <a:bodyPr anchor="t">
            <a:no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12191999" cy="4728526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B3EF4EF1-D9A3-1B4B-824F-63DEB13C7D30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21603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30" y="1001714"/>
            <a:ext cx="10923934" cy="7556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030" y="2138372"/>
            <a:ext cx="10923934" cy="40846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1A8624-D4B9-7C44-BA3F-B13CDFB276DF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17739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29478" y="632192"/>
            <a:ext cx="4328486" cy="3727766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9477" y="4728526"/>
            <a:ext cx="4328487" cy="149447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C1856D-4088-6C7C-747C-BFC6B595D2C7}"/>
              </a:ext>
            </a:extLst>
          </p:cNvPr>
          <p:cNvSpPr/>
          <p:nvPr userDrawn="1"/>
        </p:nvSpPr>
        <p:spPr>
          <a:xfrm>
            <a:off x="634036" y="634999"/>
            <a:ext cx="5736284" cy="5588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Picture Placeholder 86">
            <a:extLst>
              <a:ext uri="{FF2B5EF4-FFF2-40B4-BE49-F238E27FC236}">
                <a16:creationId xmlns:a16="http://schemas.microsoft.com/office/drawing/2014/main" id="{4C2DEE60-7B9C-F5F8-C631-1BBA2E094FE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137514" y="1041818"/>
            <a:ext cx="4729325" cy="4764694"/>
          </a:xfrm>
          <a:custGeom>
            <a:avLst/>
            <a:gdLst>
              <a:gd name="connsiteX0" fmla="*/ 3182230 w 4729325"/>
              <a:gd name="connsiteY0" fmla="*/ 109 h 4764694"/>
              <a:gd name="connsiteX1" fmla="*/ 4282822 w 4729325"/>
              <a:gd name="connsiteY1" fmla="*/ 421273 h 4764694"/>
              <a:gd name="connsiteX2" fmla="*/ 3747220 w 4729325"/>
              <a:gd name="connsiteY2" fmla="*/ 3734650 h 4764694"/>
              <a:gd name="connsiteX3" fmla="*/ 446504 w 4729325"/>
              <a:gd name="connsiteY3" fmla="*/ 4343421 h 4764694"/>
              <a:gd name="connsiteX4" fmla="*/ 982106 w 4729325"/>
              <a:gd name="connsiteY4" fmla="*/ 1030045 h 4764694"/>
              <a:gd name="connsiteX5" fmla="*/ 3182230 w 4729325"/>
              <a:gd name="connsiteY5" fmla="*/ 109 h 4764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29325" h="4764694">
                <a:moveTo>
                  <a:pt x="3182230" y="109"/>
                </a:moveTo>
                <a:cubicBezTo>
                  <a:pt x="3609712" y="4486"/>
                  <a:pt x="3996485" y="141202"/>
                  <a:pt x="4282822" y="421273"/>
                </a:cubicBezTo>
                <a:cubicBezTo>
                  <a:pt x="5046387" y="1168129"/>
                  <a:pt x="4806591" y="2651578"/>
                  <a:pt x="3747220" y="3734650"/>
                </a:cubicBezTo>
                <a:cubicBezTo>
                  <a:pt x="2687850" y="4817721"/>
                  <a:pt x="1210069" y="5090277"/>
                  <a:pt x="446504" y="4343421"/>
                </a:cubicBezTo>
                <a:cubicBezTo>
                  <a:pt x="-317062" y="3596565"/>
                  <a:pt x="-77265" y="2113116"/>
                  <a:pt x="982106" y="1030045"/>
                </a:cubicBezTo>
                <a:cubicBezTo>
                  <a:pt x="1644213" y="353125"/>
                  <a:pt x="2469760" y="-7187"/>
                  <a:pt x="3182230" y="109"/>
                </a:cubicBezTo>
                <a:close/>
              </a:path>
            </a:pathLst>
          </a:custGeo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45300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2DEFB05-7E9F-904D-9899-4BFD23D31172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2432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30" y="634999"/>
            <a:ext cx="4328068" cy="3346768"/>
          </a:xfrm>
        </p:spPr>
        <p:txBody>
          <a:bodyPr anchor="t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30" y="4728526"/>
            <a:ext cx="4328068" cy="14944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1AD1B2-D3AF-262A-9F39-408298341F3B}"/>
              </a:ext>
            </a:extLst>
          </p:cNvPr>
          <p:cNvSpPr/>
          <p:nvPr userDrawn="1"/>
        </p:nvSpPr>
        <p:spPr>
          <a:xfrm>
            <a:off x="5821681" y="634999"/>
            <a:ext cx="5736284" cy="5588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Picture Placeholder 86">
            <a:extLst>
              <a:ext uri="{FF2B5EF4-FFF2-40B4-BE49-F238E27FC236}">
                <a16:creationId xmlns:a16="http://schemas.microsoft.com/office/drawing/2014/main" id="{84DED33C-5879-E539-4CEC-E4EBF6E3309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325159" y="1041818"/>
            <a:ext cx="4729325" cy="4764694"/>
          </a:xfrm>
          <a:custGeom>
            <a:avLst/>
            <a:gdLst>
              <a:gd name="connsiteX0" fmla="*/ 3182230 w 4729325"/>
              <a:gd name="connsiteY0" fmla="*/ 109 h 4764694"/>
              <a:gd name="connsiteX1" fmla="*/ 4282822 w 4729325"/>
              <a:gd name="connsiteY1" fmla="*/ 421273 h 4764694"/>
              <a:gd name="connsiteX2" fmla="*/ 3747220 w 4729325"/>
              <a:gd name="connsiteY2" fmla="*/ 3734650 h 4764694"/>
              <a:gd name="connsiteX3" fmla="*/ 446504 w 4729325"/>
              <a:gd name="connsiteY3" fmla="*/ 4343421 h 4764694"/>
              <a:gd name="connsiteX4" fmla="*/ 982106 w 4729325"/>
              <a:gd name="connsiteY4" fmla="*/ 1030045 h 4764694"/>
              <a:gd name="connsiteX5" fmla="*/ 3182230 w 4729325"/>
              <a:gd name="connsiteY5" fmla="*/ 109 h 4764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29325" h="4764694">
                <a:moveTo>
                  <a:pt x="3182230" y="109"/>
                </a:moveTo>
                <a:cubicBezTo>
                  <a:pt x="3609712" y="4486"/>
                  <a:pt x="3996485" y="141202"/>
                  <a:pt x="4282822" y="421273"/>
                </a:cubicBezTo>
                <a:cubicBezTo>
                  <a:pt x="5046387" y="1168129"/>
                  <a:pt x="4806591" y="2651578"/>
                  <a:pt x="3747220" y="3734650"/>
                </a:cubicBezTo>
                <a:cubicBezTo>
                  <a:pt x="2687850" y="4817721"/>
                  <a:pt x="1210069" y="5090277"/>
                  <a:pt x="446504" y="4343421"/>
                </a:cubicBezTo>
                <a:cubicBezTo>
                  <a:pt x="-317062" y="3596565"/>
                  <a:pt x="-77265" y="2113116"/>
                  <a:pt x="982106" y="1030045"/>
                </a:cubicBezTo>
                <a:cubicBezTo>
                  <a:pt x="1644213" y="353125"/>
                  <a:pt x="2469760" y="-7187"/>
                  <a:pt x="3182230" y="109"/>
                </a:cubicBezTo>
                <a:close/>
              </a:path>
            </a:pathLst>
          </a:custGeo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7160" y="6453002"/>
            <a:ext cx="1951777" cy="365125"/>
          </a:xfrm>
        </p:spPr>
        <p:txBody>
          <a:bodyPr/>
          <a:lstStyle/>
          <a:p>
            <a:fld id="{253768E5-88AD-F345-813B-E822455F98B0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53002"/>
            <a:ext cx="2805405" cy="365125"/>
          </a:xfrm>
        </p:spPr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44578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72996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30" y="634999"/>
            <a:ext cx="7538424" cy="3346767"/>
          </a:xfrm>
        </p:spPr>
        <p:txBody>
          <a:bodyPr anchor="t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30" y="4353868"/>
            <a:ext cx="7538424" cy="18691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188D7-4720-D141-81CC-740F79D50C31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9327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8367" y="634999"/>
            <a:ext cx="7514087" cy="3727767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67" y="4743766"/>
            <a:ext cx="7514087" cy="1113476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FDE768-21C6-CE4B-B654-E1D0DDCC05FD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</p:spTree>
    <p:extLst>
      <p:ext uri="{BB962C8B-B14F-4D97-AF65-F5344CB8AC3E}">
        <p14:creationId xmlns:p14="http://schemas.microsoft.com/office/powerpoint/2010/main" val="15640903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33602" y="1404262"/>
            <a:ext cx="7924802" cy="2577504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33603" y="4362765"/>
            <a:ext cx="7924802" cy="1112519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5D13D-5B61-AA42-A678-BA823C019B39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74374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raphic 73">
            <a:extLst>
              <a:ext uri="{FF2B5EF4-FFF2-40B4-BE49-F238E27FC236}">
                <a16:creationId xmlns:a16="http://schemas.microsoft.com/office/drawing/2014/main" id="{234E1407-29E4-7E4C-3151-4DB2B1D49D6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21680" y="634999"/>
            <a:ext cx="5736284" cy="55900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8368" y="1381759"/>
            <a:ext cx="4690543" cy="4977581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68" y="634999"/>
            <a:ext cx="4690543" cy="375615"/>
          </a:xfrm>
        </p:spPr>
        <p:txBody>
          <a:bodyPr anchor="t">
            <a:noAutofit/>
          </a:bodyPr>
          <a:lstStyle>
            <a:lvl1pPr marL="0" indent="0" algn="l">
              <a:buNone/>
              <a:defRPr sz="1800" b="1" i="0"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0419B-7218-144B-AE0A-3AE9A5E7F34E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4674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raphic 61">
            <a:extLst>
              <a:ext uri="{FF2B5EF4-FFF2-40B4-BE49-F238E27FC236}">
                <a16:creationId xmlns:a16="http://schemas.microsoft.com/office/drawing/2014/main" id="{0A63388B-7024-A217-D604-87110EA803E6}"/>
              </a:ext>
            </a:extLst>
          </p:cNvPr>
          <p:cNvSpPr/>
          <p:nvPr userDrawn="1"/>
        </p:nvSpPr>
        <p:spPr>
          <a:xfrm>
            <a:off x="5821681" y="631232"/>
            <a:ext cx="6370320" cy="5591768"/>
          </a:xfrm>
          <a:custGeom>
            <a:avLst/>
            <a:gdLst>
              <a:gd name="connsiteX0" fmla="*/ 6286503 w 6286503"/>
              <a:gd name="connsiteY0" fmla="*/ 0 h 5591768"/>
              <a:gd name="connsiteX1" fmla="*/ 0 w 6286503"/>
              <a:gd name="connsiteY1" fmla="*/ 0 h 5591768"/>
              <a:gd name="connsiteX2" fmla="*/ 0 w 6286503"/>
              <a:gd name="connsiteY2" fmla="*/ 5591768 h 5591768"/>
              <a:gd name="connsiteX3" fmla="*/ 6286503 w 6286503"/>
              <a:gd name="connsiteY3" fmla="*/ 5591768 h 5591768"/>
              <a:gd name="connsiteX4" fmla="*/ 6286503 w 6286503"/>
              <a:gd name="connsiteY4" fmla="*/ 4960502 h 5591768"/>
              <a:gd name="connsiteX5" fmla="*/ 5839978 w 6286503"/>
              <a:gd name="connsiteY5" fmla="*/ 2806305 h 5591768"/>
              <a:gd name="connsiteX6" fmla="*/ 4938995 w 6286503"/>
              <a:gd name="connsiteY6" fmla="*/ 4962694 h 5591768"/>
              <a:gd name="connsiteX7" fmla="*/ 4038005 w 6286503"/>
              <a:gd name="connsiteY7" fmla="*/ 2795884 h 5591768"/>
              <a:gd name="connsiteX8" fmla="*/ 4938995 w 6286503"/>
              <a:gd name="connsiteY8" fmla="*/ 629074 h 5591768"/>
              <a:gd name="connsiteX9" fmla="*/ 5839978 w 6286503"/>
              <a:gd name="connsiteY9" fmla="*/ 2785463 h 5591768"/>
              <a:gd name="connsiteX10" fmla="*/ 6286503 w 6286503"/>
              <a:gd name="connsiteY10" fmla="*/ 631266 h 5591768"/>
              <a:gd name="connsiteX11" fmla="*/ 6286503 w 6286503"/>
              <a:gd name="connsiteY11" fmla="*/ 0 h 5591768"/>
              <a:gd name="connsiteX12" fmla="*/ 4037967 w 6286503"/>
              <a:gd name="connsiteY12" fmla="*/ 2795884 h 5591768"/>
              <a:gd name="connsiteX13" fmla="*/ 2612709 w 6286503"/>
              <a:gd name="connsiteY13" fmla="*/ 4962694 h 5591768"/>
              <a:gd name="connsiteX14" fmla="*/ 1187451 w 6286503"/>
              <a:gd name="connsiteY14" fmla="*/ 2795884 h 5591768"/>
              <a:gd name="connsiteX15" fmla="*/ 2612709 w 6286503"/>
              <a:gd name="connsiteY15" fmla="*/ 629074 h 5591768"/>
              <a:gd name="connsiteX16" fmla="*/ 4037967 w 6286503"/>
              <a:gd name="connsiteY16" fmla="*/ 2795884 h 55917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286503" h="5591768">
                <a:moveTo>
                  <a:pt x="6286503" y="0"/>
                </a:moveTo>
                <a:lnTo>
                  <a:pt x="0" y="0"/>
                </a:lnTo>
                <a:lnTo>
                  <a:pt x="0" y="5591768"/>
                </a:lnTo>
                <a:lnTo>
                  <a:pt x="6286503" y="5591768"/>
                </a:lnTo>
                <a:lnTo>
                  <a:pt x="6286503" y="4960502"/>
                </a:lnTo>
                <a:cubicBezTo>
                  <a:pt x="6038758" y="4909248"/>
                  <a:pt x="5841152" y="3965294"/>
                  <a:pt x="5839978" y="2806305"/>
                </a:cubicBezTo>
                <a:cubicBezTo>
                  <a:pt x="5837641" y="3998210"/>
                  <a:pt x="5435152" y="4962694"/>
                  <a:pt x="4938995" y="4962694"/>
                </a:cubicBezTo>
                <a:cubicBezTo>
                  <a:pt x="4441396" y="4962694"/>
                  <a:pt x="4038005" y="3992580"/>
                  <a:pt x="4038005" y="2795884"/>
                </a:cubicBezTo>
                <a:cubicBezTo>
                  <a:pt x="4038005" y="1599189"/>
                  <a:pt x="4441396" y="629074"/>
                  <a:pt x="4938995" y="629074"/>
                </a:cubicBezTo>
                <a:cubicBezTo>
                  <a:pt x="5435152" y="629074"/>
                  <a:pt x="5837641" y="1593559"/>
                  <a:pt x="5839978" y="2785463"/>
                </a:cubicBezTo>
                <a:cubicBezTo>
                  <a:pt x="5841152" y="1626474"/>
                  <a:pt x="6038758" y="682520"/>
                  <a:pt x="6286503" y="631266"/>
                </a:cubicBezTo>
                <a:lnTo>
                  <a:pt x="6286503" y="0"/>
                </a:lnTo>
                <a:close/>
                <a:moveTo>
                  <a:pt x="4037967" y="2795884"/>
                </a:moveTo>
                <a:cubicBezTo>
                  <a:pt x="4037967" y="3992580"/>
                  <a:pt x="3399855" y="4962694"/>
                  <a:pt x="2612709" y="4962694"/>
                </a:cubicBezTo>
                <a:cubicBezTo>
                  <a:pt x="1825562" y="4962694"/>
                  <a:pt x="1187451" y="3992580"/>
                  <a:pt x="1187451" y="2795884"/>
                </a:cubicBezTo>
                <a:cubicBezTo>
                  <a:pt x="1187451" y="1599189"/>
                  <a:pt x="1825562" y="629074"/>
                  <a:pt x="2612709" y="629074"/>
                </a:cubicBezTo>
                <a:cubicBezTo>
                  <a:pt x="3399855" y="629074"/>
                  <a:pt x="4037967" y="1599189"/>
                  <a:pt x="4037967" y="2795884"/>
                </a:cubicBez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30" y="1748474"/>
            <a:ext cx="4714880" cy="462244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D9101-0A20-A644-B98A-5AAB72007147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2379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30" y="1748474"/>
            <a:ext cx="4714880" cy="462244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Freeform 37">
            <a:extLst>
              <a:ext uri="{FF2B5EF4-FFF2-40B4-BE49-F238E27FC236}">
                <a16:creationId xmlns:a16="http://schemas.microsoft.com/office/drawing/2014/main" id="{AC5D035A-BE15-109F-79F7-BD7B8ADBC513}"/>
              </a:ext>
            </a:extLst>
          </p:cNvPr>
          <p:cNvSpPr/>
          <p:nvPr userDrawn="1"/>
        </p:nvSpPr>
        <p:spPr>
          <a:xfrm>
            <a:off x="5821681" y="-5731"/>
            <a:ext cx="5736284" cy="6228731"/>
          </a:xfrm>
          <a:custGeom>
            <a:avLst/>
            <a:gdLst>
              <a:gd name="connsiteX0" fmla="*/ 2868142 w 5736284"/>
              <a:gd name="connsiteY0" fmla="*/ 634964 h 6228731"/>
              <a:gd name="connsiteX1" fmla="*/ 702690 w 5736284"/>
              <a:gd name="connsiteY1" fmla="*/ 1103204 h 6228731"/>
              <a:gd name="connsiteX2" fmla="*/ 2857727 w 5736284"/>
              <a:gd name="connsiteY2" fmla="*/ 1571436 h 6228731"/>
              <a:gd name="connsiteX3" fmla="*/ 702690 w 5736284"/>
              <a:gd name="connsiteY3" fmla="*/ 2473342 h 6228731"/>
              <a:gd name="connsiteX4" fmla="*/ 2868142 w 5736284"/>
              <a:gd name="connsiteY4" fmla="*/ 3375255 h 6228731"/>
              <a:gd name="connsiteX5" fmla="*/ 5033593 w 5736284"/>
              <a:gd name="connsiteY5" fmla="*/ 2473342 h 6228731"/>
              <a:gd name="connsiteX6" fmla="*/ 2878556 w 5736284"/>
              <a:gd name="connsiteY6" fmla="*/ 1571436 h 6228731"/>
              <a:gd name="connsiteX7" fmla="*/ 5033593 w 5736284"/>
              <a:gd name="connsiteY7" fmla="*/ 1103204 h 6228731"/>
              <a:gd name="connsiteX8" fmla="*/ 2868142 w 5736284"/>
              <a:gd name="connsiteY8" fmla="*/ 634964 h 6228731"/>
              <a:gd name="connsiteX9" fmla="*/ 0 w 5736284"/>
              <a:gd name="connsiteY9" fmla="*/ 0 h 6228731"/>
              <a:gd name="connsiteX10" fmla="*/ 5736284 w 5736284"/>
              <a:gd name="connsiteY10" fmla="*/ 0 h 6228731"/>
              <a:gd name="connsiteX11" fmla="*/ 5736284 w 5736284"/>
              <a:gd name="connsiteY11" fmla="*/ 6228731 h 6228731"/>
              <a:gd name="connsiteX12" fmla="*/ 2868142 w 5736284"/>
              <a:gd name="connsiteY12" fmla="*/ 6228731 h 6228731"/>
              <a:gd name="connsiteX13" fmla="*/ 5033593 w 5736284"/>
              <a:gd name="connsiteY13" fmla="*/ 4802012 h 6228731"/>
              <a:gd name="connsiteX14" fmla="*/ 2868142 w 5736284"/>
              <a:gd name="connsiteY14" fmla="*/ 3375293 h 6228731"/>
              <a:gd name="connsiteX15" fmla="*/ 702690 w 5736284"/>
              <a:gd name="connsiteY15" fmla="*/ 4802012 h 6228731"/>
              <a:gd name="connsiteX16" fmla="*/ 2868142 w 5736284"/>
              <a:gd name="connsiteY16" fmla="*/ 6228731 h 6228731"/>
              <a:gd name="connsiteX17" fmla="*/ 0 w 5736284"/>
              <a:gd name="connsiteY17" fmla="*/ 6228731 h 62287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736284" h="6228731">
                <a:moveTo>
                  <a:pt x="2868142" y="634964"/>
                </a:moveTo>
                <a:cubicBezTo>
                  <a:pt x="1672197" y="634964"/>
                  <a:pt x="702690" y="844602"/>
                  <a:pt x="702690" y="1103204"/>
                </a:cubicBezTo>
                <a:cubicBezTo>
                  <a:pt x="702690" y="1361054"/>
                  <a:pt x="1666570" y="1570228"/>
                  <a:pt x="2857727" y="1571436"/>
                </a:cubicBezTo>
                <a:cubicBezTo>
                  <a:pt x="1666570" y="1573775"/>
                  <a:pt x="702690" y="1976676"/>
                  <a:pt x="702690" y="2473342"/>
                </a:cubicBezTo>
                <a:cubicBezTo>
                  <a:pt x="702690" y="2971451"/>
                  <a:pt x="1672197" y="3375255"/>
                  <a:pt x="2868142" y="3375255"/>
                </a:cubicBezTo>
                <a:cubicBezTo>
                  <a:pt x="4064087" y="3375255"/>
                  <a:pt x="5033593" y="2971451"/>
                  <a:pt x="5033593" y="2473342"/>
                </a:cubicBezTo>
                <a:cubicBezTo>
                  <a:pt x="5033593" y="1976676"/>
                  <a:pt x="4069714" y="1573775"/>
                  <a:pt x="2878556" y="1571436"/>
                </a:cubicBezTo>
                <a:cubicBezTo>
                  <a:pt x="4069714" y="1570228"/>
                  <a:pt x="5033593" y="1361054"/>
                  <a:pt x="5033593" y="1103204"/>
                </a:cubicBezTo>
                <a:cubicBezTo>
                  <a:pt x="5033593" y="844602"/>
                  <a:pt x="4064087" y="634964"/>
                  <a:pt x="2868142" y="634964"/>
                </a:cubicBezTo>
                <a:close/>
                <a:moveTo>
                  <a:pt x="0" y="0"/>
                </a:moveTo>
                <a:lnTo>
                  <a:pt x="5736284" y="0"/>
                </a:lnTo>
                <a:lnTo>
                  <a:pt x="5736284" y="6228731"/>
                </a:lnTo>
                <a:lnTo>
                  <a:pt x="2868142" y="6228731"/>
                </a:lnTo>
                <a:cubicBezTo>
                  <a:pt x="4064087" y="6228731"/>
                  <a:pt x="5033593" y="5589965"/>
                  <a:pt x="5033593" y="4802012"/>
                </a:cubicBezTo>
                <a:cubicBezTo>
                  <a:pt x="5033593" y="4014059"/>
                  <a:pt x="4064087" y="3375293"/>
                  <a:pt x="2868142" y="3375293"/>
                </a:cubicBezTo>
                <a:cubicBezTo>
                  <a:pt x="1672197" y="3375293"/>
                  <a:pt x="702690" y="4014059"/>
                  <a:pt x="702690" y="4802012"/>
                </a:cubicBezTo>
                <a:cubicBezTo>
                  <a:pt x="702690" y="5589965"/>
                  <a:pt x="1672197" y="6228731"/>
                  <a:pt x="2868142" y="6228731"/>
                </a:cubicBezTo>
                <a:lnTo>
                  <a:pt x="0" y="622873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11D9101-0A20-A644-B98A-5AAB72007147}" type="datetime1">
              <a:rPr lang="en-US" smtClean="0"/>
              <a:pPr/>
              <a:t>4/28/2026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Growth marketing plan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49736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664108"/>
            <a:ext cx="8481400" cy="1465367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4029" y="2495234"/>
            <a:ext cx="8481400" cy="3727766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600"/>
            </a:lvl1pPr>
            <a:lvl2pPr marL="685800" indent="-4572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D50EA-7C99-C642-BDB8-78B050F52948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0608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001716"/>
            <a:ext cx="4663440" cy="1503374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BB3D62-CDA4-76D5-336B-27C0EC9C46CE}"/>
              </a:ext>
            </a:extLst>
          </p:cNvPr>
          <p:cNvSpPr/>
          <p:nvPr userDrawn="1"/>
        </p:nvSpPr>
        <p:spPr>
          <a:xfrm>
            <a:off x="0" y="634999"/>
            <a:ext cx="6370319" cy="5588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icture Placeholder 34">
            <a:extLst>
              <a:ext uri="{FF2B5EF4-FFF2-40B4-BE49-F238E27FC236}">
                <a16:creationId xmlns:a16="http://schemas.microsoft.com/office/drawing/2014/main" id="{889B4C2F-1506-76B3-8948-1B68AC994F0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1959" y="1493440"/>
            <a:ext cx="5486400" cy="3867912"/>
          </a:xfrm>
          <a:custGeom>
            <a:avLst/>
            <a:gdLst>
              <a:gd name="connsiteX0" fmla="*/ 2743200 w 5486400"/>
              <a:gd name="connsiteY0" fmla="*/ 0 h 3871118"/>
              <a:gd name="connsiteX1" fmla="*/ 5486400 w 5486400"/>
              <a:gd name="connsiteY1" fmla="*/ 1943100 h 3871118"/>
              <a:gd name="connsiteX2" fmla="*/ 3296051 w 5486400"/>
              <a:gd name="connsiteY2" fmla="*/ 3846723 h 3871118"/>
              <a:gd name="connsiteX3" fmla="*/ 3070390 w 5486400"/>
              <a:gd name="connsiteY3" fmla="*/ 3871118 h 3871118"/>
              <a:gd name="connsiteX4" fmla="*/ 2416010 w 5486400"/>
              <a:gd name="connsiteY4" fmla="*/ 3871118 h 3871118"/>
              <a:gd name="connsiteX5" fmla="*/ 2190349 w 5486400"/>
              <a:gd name="connsiteY5" fmla="*/ 3846723 h 3871118"/>
              <a:gd name="connsiteX6" fmla="*/ 0 w 5486400"/>
              <a:gd name="connsiteY6" fmla="*/ 1943100 h 3871118"/>
              <a:gd name="connsiteX7" fmla="*/ 2743200 w 5486400"/>
              <a:gd name="connsiteY7" fmla="*/ 0 h 38711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86400" h="3871118">
                <a:moveTo>
                  <a:pt x="2743200" y="0"/>
                </a:moveTo>
                <a:cubicBezTo>
                  <a:pt x="4258228" y="0"/>
                  <a:pt x="5486400" y="869956"/>
                  <a:pt x="5486400" y="1943100"/>
                </a:cubicBezTo>
                <a:cubicBezTo>
                  <a:pt x="5486400" y="2882101"/>
                  <a:pt x="4546081" y="3665536"/>
                  <a:pt x="3296051" y="3846723"/>
                </a:cubicBezTo>
                <a:lnTo>
                  <a:pt x="3070390" y="3871118"/>
                </a:lnTo>
                <a:lnTo>
                  <a:pt x="2416010" y="3871118"/>
                </a:lnTo>
                <a:lnTo>
                  <a:pt x="2190349" y="3846723"/>
                </a:lnTo>
                <a:cubicBezTo>
                  <a:pt x="940320" y="3665536"/>
                  <a:pt x="0" y="2882101"/>
                  <a:pt x="0" y="1943100"/>
                </a:cubicBezTo>
                <a:cubicBezTo>
                  <a:pt x="0" y="869956"/>
                  <a:pt x="1228172" y="0"/>
                  <a:pt x="2743200" y="0"/>
                </a:cubicBezTo>
                <a:close/>
              </a:path>
            </a:pathLst>
          </a:custGeo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2886088"/>
            <a:ext cx="4663440" cy="3336912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600"/>
            </a:lvl1pPr>
            <a:lvl2pPr marL="571500" indent="-3429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600"/>
            </a:lvl4pPr>
            <a:lvl5pPr>
              <a:buFont typeface="+mj-lt"/>
              <a:buAutoNum type="arabicPeriod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7999" y="6453002"/>
            <a:ext cx="1996689" cy="365125"/>
          </a:xfrm>
        </p:spPr>
        <p:txBody>
          <a:bodyPr/>
          <a:lstStyle/>
          <a:p>
            <a:fld id="{F157801D-503B-EF46-ADEC-5C959CCCA979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82266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343" y="1001716"/>
            <a:ext cx="4305184" cy="755658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57343" y="2138373"/>
            <a:ext cx="4331151" cy="4084627"/>
          </a:xfrm>
        </p:spPr>
        <p:txBody>
          <a:bodyPr>
            <a:normAutofit/>
          </a:bodyPr>
          <a:lstStyle>
            <a:lvl1pPr marL="457200" indent="-457200">
              <a:lnSpc>
                <a:spcPct val="90000"/>
              </a:lnSpc>
              <a:buFont typeface="+mj-lt"/>
              <a:buAutoNum type="arabicPeriod"/>
              <a:defRPr sz="1800"/>
            </a:lvl1pPr>
            <a:lvl2pPr marL="571500" indent="-342900">
              <a:lnSpc>
                <a:spcPct val="90000"/>
              </a:lnSpc>
              <a:buFont typeface="+mj-lt"/>
              <a:buAutoNum type="arabicPeriod"/>
              <a:defRPr sz="1800"/>
            </a:lvl2pPr>
            <a:lvl3pPr marL="800100" indent="-342900">
              <a:lnSpc>
                <a:spcPct val="90000"/>
              </a:lnSpc>
              <a:buFont typeface="+mj-lt"/>
              <a:buAutoNum type="arabicPeriod"/>
              <a:defRPr sz="1800"/>
            </a:lvl3pPr>
            <a:lvl4pPr marL="1028700" indent="-342900">
              <a:lnSpc>
                <a:spcPct val="90000"/>
              </a:lnSpc>
              <a:buFont typeface="+mj-lt"/>
              <a:buAutoNum type="arabicPeriod"/>
              <a:defRPr sz="1800"/>
            </a:lvl4pPr>
            <a:lvl5pPr>
              <a:lnSpc>
                <a:spcPct val="90000"/>
              </a:lnSpc>
              <a:buFont typeface="+mj-lt"/>
              <a:buAutoNum type="arabicPeriod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E65F00CF-7379-A045-910C-C8066878311E}"/>
              </a:ext>
            </a:extLst>
          </p:cNvPr>
          <p:cNvSpPr/>
          <p:nvPr userDrawn="1"/>
        </p:nvSpPr>
        <p:spPr>
          <a:xfrm>
            <a:off x="5821680" y="634999"/>
            <a:ext cx="6370319" cy="5588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8E8E9733-3F6B-B96D-7402-8479FE56307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63639" y="1493440"/>
            <a:ext cx="5486400" cy="3867912"/>
          </a:xfrm>
          <a:custGeom>
            <a:avLst/>
            <a:gdLst>
              <a:gd name="connsiteX0" fmla="*/ 2743200 w 5486400"/>
              <a:gd name="connsiteY0" fmla="*/ 0 h 3871118"/>
              <a:gd name="connsiteX1" fmla="*/ 5486400 w 5486400"/>
              <a:gd name="connsiteY1" fmla="*/ 1943100 h 3871118"/>
              <a:gd name="connsiteX2" fmla="*/ 3296051 w 5486400"/>
              <a:gd name="connsiteY2" fmla="*/ 3846723 h 3871118"/>
              <a:gd name="connsiteX3" fmla="*/ 3070390 w 5486400"/>
              <a:gd name="connsiteY3" fmla="*/ 3871118 h 3871118"/>
              <a:gd name="connsiteX4" fmla="*/ 2416010 w 5486400"/>
              <a:gd name="connsiteY4" fmla="*/ 3871118 h 3871118"/>
              <a:gd name="connsiteX5" fmla="*/ 2190349 w 5486400"/>
              <a:gd name="connsiteY5" fmla="*/ 3846723 h 3871118"/>
              <a:gd name="connsiteX6" fmla="*/ 0 w 5486400"/>
              <a:gd name="connsiteY6" fmla="*/ 1943100 h 3871118"/>
              <a:gd name="connsiteX7" fmla="*/ 2743200 w 5486400"/>
              <a:gd name="connsiteY7" fmla="*/ 0 h 38711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86400" h="3871118">
                <a:moveTo>
                  <a:pt x="2743200" y="0"/>
                </a:moveTo>
                <a:cubicBezTo>
                  <a:pt x="4258228" y="0"/>
                  <a:pt x="5486400" y="869956"/>
                  <a:pt x="5486400" y="1943100"/>
                </a:cubicBezTo>
                <a:cubicBezTo>
                  <a:pt x="5486400" y="2882101"/>
                  <a:pt x="4546081" y="3665536"/>
                  <a:pt x="3296051" y="3846723"/>
                </a:cubicBezTo>
                <a:lnTo>
                  <a:pt x="3070390" y="3871118"/>
                </a:lnTo>
                <a:lnTo>
                  <a:pt x="2416010" y="3871118"/>
                </a:lnTo>
                <a:lnTo>
                  <a:pt x="2190349" y="3846723"/>
                </a:lnTo>
                <a:cubicBezTo>
                  <a:pt x="940320" y="3665536"/>
                  <a:pt x="0" y="2882101"/>
                  <a:pt x="0" y="1943100"/>
                </a:cubicBezTo>
                <a:cubicBezTo>
                  <a:pt x="0" y="869956"/>
                  <a:pt x="1228172" y="0"/>
                  <a:pt x="2743200" y="0"/>
                </a:cubicBezTo>
                <a:close/>
              </a:path>
            </a:pathLst>
          </a:custGeo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7999" y="6453002"/>
            <a:ext cx="1996689" cy="365125"/>
          </a:xfrm>
        </p:spPr>
        <p:txBody>
          <a:bodyPr/>
          <a:lstStyle/>
          <a:p>
            <a:fld id="{0DEB9912-DA83-3943-A195-65BA8C060432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66752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46">
            <a:extLst>
              <a:ext uri="{FF2B5EF4-FFF2-40B4-BE49-F238E27FC236}">
                <a16:creationId xmlns:a16="http://schemas.microsoft.com/office/drawing/2014/main" id="{EAFFA32D-4823-3A31-3A5A-72A0B530D8A2}"/>
              </a:ext>
            </a:extLst>
          </p:cNvPr>
          <p:cNvSpPr/>
          <p:nvPr userDrawn="1"/>
        </p:nvSpPr>
        <p:spPr>
          <a:xfrm rot="5400000" flipV="1">
            <a:off x="322554" y="307271"/>
            <a:ext cx="5329421" cy="4714880"/>
          </a:xfrm>
          <a:custGeom>
            <a:avLst/>
            <a:gdLst>
              <a:gd name="connsiteX0" fmla="*/ 1894180 w 5329421"/>
              <a:gd name="connsiteY0" fmla="*/ 2357439 h 4714880"/>
              <a:gd name="connsiteX1" fmla="*/ 3578496 w 5329421"/>
              <a:gd name="connsiteY1" fmla="*/ 4714878 h 4714880"/>
              <a:gd name="connsiteX2" fmla="*/ 3611865 w 5329421"/>
              <a:gd name="connsiteY2" fmla="*/ 4712520 h 4714880"/>
              <a:gd name="connsiteX3" fmla="*/ 3645262 w 5329421"/>
              <a:gd name="connsiteY3" fmla="*/ 4714880 h 4714880"/>
              <a:gd name="connsiteX4" fmla="*/ 5320882 w 5329421"/>
              <a:gd name="connsiteY4" fmla="*/ 2598475 h 4714880"/>
              <a:gd name="connsiteX5" fmla="*/ 5329421 w 5329421"/>
              <a:gd name="connsiteY5" fmla="*/ 2361794 h 4714880"/>
              <a:gd name="connsiteX6" fmla="*/ 5329421 w 5329421"/>
              <a:gd name="connsiteY6" fmla="*/ 2353088 h 4714880"/>
              <a:gd name="connsiteX7" fmla="*/ 5320882 w 5329421"/>
              <a:gd name="connsiteY7" fmla="*/ 2116407 h 4714880"/>
              <a:gd name="connsiteX8" fmla="*/ 3645262 w 5329421"/>
              <a:gd name="connsiteY8" fmla="*/ 2 h 4714880"/>
              <a:gd name="connsiteX9" fmla="*/ 3611893 w 5329421"/>
              <a:gd name="connsiteY9" fmla="*/ 2361 h 4714880"/>
              <a:gd name="connsiteX10" fmla="*/ 3578496 w 5329421"/>
              <a:gd name="connsiteY10" fmla="*/ 0 h 4714880"/>
              <a:gd name="connsiteX11" fmla="*/ 1894180 w 5329421"/>
              <a:gd name="connsiteY11" fmla="*/ 2357439 h 4714880"/>
              <a:gd name="connsiteX12" fmla="*/ 0 w 5329421"/>
              <a:gd name="connsiteY12" fmla="*/ 881203 h 4714880"/>
              <a:gd name="connsiteX13" fmla="*/ 0 w 5329421"/>
              <a:gd name="connsiteY13" fmla="*/ 3833675 h 4714880"/>
              <a:gd name="connsiteX14" fmla="*/ 9467 w 5329421"/>
              <a:gd name="connsiteY14" fmla="*/ 3861551 h 4714880"/>
              <a:gd name="connsiteX15" fmla="*/ 829380 w 5329421"/>
              <a:gd name="connsiteY15" fmla="*/ 4714878 h 4714880"/>
              <a:gd name="connsiteX16" fmla="*/ 1894134 w 5329421"/>
              <a:gd name="connsiteY16" fmla="*/ 2357439 h 4714880"/>
              <a:gd name="connsiteX17" fmla="*/ 829380 w 5329421"/>
              <a:gd name="connsiteY17" fmla="*/ 0 h 4714880"/>
              <a:gd name="connsiteX18" fmla="*/ 9467 w 5329421"/>
              <a:gd name="connsiteY18" fmla="*/ 853328 h 4714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329421" h="4714880">
                <a:moveTo>
                  <a:pt x="1894180" y="2357439"/>
                </a:moveTo>
                <a:cubicBezTo>
                  <a:pt x="1894180" y="3659415"/>
                  <a:pt x="2648276" y="4714878"/>
                  <a:pt x="3578496" y="4714878"/>
                </a:cubicBezTo>
                <a:lnTo>
                  <a:pt x="3611865" y="4712520"/>
                </a:lnTo>
                <a:lnTo>
                  <a:pt x="3645262" y="4714880"/>
                </a:lnTo>
                <a:cubicBezTo>
                  <a:pt x="4517343" y="4714880"/>
                  <a:pt x="5234628" y="3787227"/>
                  <a:pt x="5320882" y="2598475"/>
                </a:cubicBezTo>
                <a:lnTo>
                  <a:pt x="5329421" y="2361794"/>
                </a:lnTo>
                <a:lnTo>
                  <a:pt x="5329421" y="2353088"/>
                </a:lnTo>
                <a:lnTo>
                  <a:pt x="5320882" y="2116407"/>
                </a:lnTo>
                <a:cubicBezTo>
                  <a:pt x="5234628" y="927654"/>
                  <a:pt x="4517343" y="2"/>
                  <a:pt x="3645262" y="2"/>
                </a:cubicBezTo>
                <a:lnTo>
                  <a:pt x="3611893" y="2361"/>
                </a:lnTo>
                <a:lnTo>
                  <a:pt x="3578496" y="0"/>
                </a:lnTo>
                <a:cubicBezTo>
                  <a:pt x="2648276" y="0"/>
                  <a:pt x="1894180" y="1055462"/>
                  <a:pt x="1894180" y="2357439"/>
                </a:cubicBezTo>
                <a:close/>
                <a:moveTo>
                  <a:pt x="0" y="881203"/>
                </a:moveTo>
                <a:lnTo>
                  <a:pt x="0" y="3833675"/>
                </a:lnTo>
                <a:lnTo>
                  <a:pt x="9467" y="3861551"/>
                </a:lnTo>
                <a:cubicBezTo>
                  <a:pt x="204772" y="4382861"/>
                  <a:pt x="499564" y="4714878"/>
                  <a:pt x="829380" y="4714878"/>
                </a:cubicBezTo>
                <a:cubicBezTo>
                  <a:pt x="1417423" y="4714878"/>
                  <a:pt x="1894134" y="3659415"/>
                  <a:pt x="1894134" y="2357439"/>
                </a:cubicBezTo>
                <a:cubicBezTo>
                  <a:pt x="1894134" y="1055462"/>
                  <a:pt x="1417423" y="0"/>
                  <a:pt x="829380" y="0"/>
                </a:cubicBezTo>
                <a:cubicBezTo>
                  <a:pt x="499564" y="0"/>
                  <a:pt x="204772" y="332017"/>
                  <a:pt x="9467" y="853328"/>
                </a:cubicBezTo>
                <a:close/>
              </a:path>
            </a:pathLst>
          </a:custGeom>
          <a:solidFill>
            <a:schemeClr val="accent2"/>
          </a:solidFill>
          <a:ln w="678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36" y="2495233"/>
            <a:ext cx="4714881" cy="2233293"/>
          </a:xfrm>
        </p:spPr>
        <p:txBody>
          <a:bodyPr anchor="ctr">
            <a:normAutofit/>
          </a:bodyPr>
          <a:lstStyle>
            <a:lvl1pPr algn="ctr"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86500" y="2495233"/>
            <a:ext cx="5271464" cy="2233294"/>
          </a:xfrm>
        </p:spPr>
        <p:txBody>
          <a:bodyPr anchor="ctr"/>
          <a:lstStyle>
            <a:lvl1pPr marL="0" indent="0" algn="l">
              <a:buNone/>
              <a:defRPr/>
            </a:lvl1pPr>
            <a:lvl2pPr marL="228600" indent="0" algn="l">
              <a:buNone/>
              <a:defRPr/>
            </a:lvl2pPr>
            <a:lvl3pPr marL="457200" indent="0" algn="l">
              <a:buNone/>
              <a:defRPr/>
            </a:lvl3pPr>
            <a:lvl4pPr marL="685800" indent="0" algn="l">
              <a:buNone/>
              <a:defRPr/>
            </a:lvl4pPr>
            <a:lvl5pPr marL="914400" indent="0" algn="l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0D4203-094B-0D4B-879D-04F5C4F2A8FE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06836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0627" y="2129475"/>
            <a:ext cx="3771900" cy="372776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8911" y="2129475"/>
            <a:ext cx="5652462" cy="37277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0DAB2-5272-0346-9ECD-E0A6C2764DB4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75111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381759"/>
            <a:ext cx="4328497" cy="484124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8910" y="1381759"/>
            <a:ext cx="5652469" cy="48412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84B29-56AA-9C42-ADF3-4AB1EB6F403E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048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634999"/>
            <a:ext cx="4328498" cy="522224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8911" y="634999"/>
            <a:ext cx="6209053" cy="56332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ABA7D4-F682-584C-BBAE-B4231503FB62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9463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634999"/>
            <a:ext cx="3385523" cy="5588001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05936" y="634999"/>
            <a:ext cx="7152028" cy="55880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C5130-9426-2744-B098-3B51DCEC7F04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195117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8911" y="634998"/>
            <a:ext cx="6209053" cy="1056641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5C3C84-2445-A196-7F5F-258A70EC2DB8}"/>
              </a:ext>
            </a:extLst>
          </p:cNvPr>
          <p:cNvSpPr/>
          <p:nvPr userDrawn="1"/>
        </p:nvSpPr>
        <p:spPr>
          <a:xfrm>
            <a:off x="0" y="0"/>
            <a:ext cx="4791456" cy="68579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Picture Placeholder 9">
            <a:extLst>
              <a:ext uri="{FF2B5EF4-FFF2-40B4-BE49-F238E27FC236}">
                <a16:creationId xmlns:a16="http://schemas.microsoft.com/office/drawing/2014/main" id="{E8E21C7C-0CD1-5AAF-6BBD-63E495FF2552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61772" y="736601"/>
            <a:ext cx="3867912" cy="5486400"/>
          </a:xfrm>
          <a:custGeom>
            <a:avLst/>
            <a:gdLst>
              <a:gd name="connsiteX0" fmla="*/ 1933956 w 3867912"/>
              <a:gd name="connsiteY0" fmla="*/ 0 h 5486400"/>
              <a:gd name="connsiteX1" fmla="*/ 3867912 w 3867912"/>
              <a:gd name="connsiteY1" fmla="*/ 2743200 h 5486400"/>
              <a:gd name="connsiteX2" fmla="*/ 1933956 w 3867912"/>
              <a:gd name="connsiteY2" fmla="*/ 5486400 h 5486400"/>
              <a:gd name="connsiteX3" fmla="*/ 0 w 3867912"/>
              <a:gd name="connsiteY3" fmla="*/ 2743200 h 5486400"/>
              <a:gd name="connsiteX4" fmla="*/ 1933956 w 3867912"/>
              <a:gd name="connsiteY4" fmla="*/ 0 h 548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67912" h="5486400">
                <a:moveTo>
                  <a:pt x="1933956" y="0"/>
                </a:moveTo>
                <a:cubicBezTo>
                  <a:pt x="3002050" y="0"/>
                  <a:pt x="3867912" y="1228172"/>
                  <a:pt x="3867912" y="2743200"/>
                </a:cubicBezTo>
                <a:cubicBezTo>
                  <a:pt x="3867912" y="4258228"/>
                  <a:pt x="3002050" y="5486400"/>
                  <a:pt x="1933956" y="5486400"/>
                </a:cubicBezTo>
                <a:cubicBezTo>
                  <a:pt x="865862" y="5486400"/>
                  <a:pt x="0" y="4258228"/>
                  <a:pt x="0" y="2743200"/>
                </a:cubicBezTo>
                <a:cubicBezTo>
                  <a:pt x="0" y="1228172"/>
                  <a:pt x="865862" y="0"/>
                  <a:pt x="1933956" y="0"/>
                </a:cubicBezTo>
                <a:close/>
              </a:path>
            </a:pathLst>
          </a:custGeo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8911" y="2129475"/>
            <a:ext cx="6209053" cy="40935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538937" y="6453002"/>
            <a:ext cx="3337584" cy="365125"/>
          </a:xfrm>
        </p:spPr>
        <p:txBody>
          <a:bodyPr/>
          <a:lstStyle/>
          <a:p>
            <a:fld id="{7CB74803-9A2C-034F-B1A1-F6470E6CA660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31703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634998"/>
            <a:ext cx="6209065" cy="1098299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8" y="2129475"/>
            <a:ext cx="6209066" cy="40935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FE2F9A-59A2-7E9F-464F-7A36143AEF3C}"/>
              </a:ext>
            </a:extLst>
          </p:cNvPr>
          <p:cNvSpPr/>
          <p:nvPr userDrawn="1"/>
        </p:nvSpPr>
        <p:spPr>
          <a:xfrm>
            <a:off x="7395223" y="0"/>
            <a:ext cx="4791456" cy="68579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B460171E-C624-E466-975C-D2BE23155D5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856995" y="736601"/>
            <a:ext cx="3867912" cy="5486400"/>
          </a:xfrm>
          <a:custGeom>
            <a:avLst/>
            <a:gdLst>
              <a:gd name="connsiteX0" fmla="*/ 1933956 w 3867912"/>
              <a:gd name="connsiteY0" fmla="*/ 0 h 5486400"/>
              <a:gd name="connsiteX1" fmla="*/ 3867912 w 3867912"/>
              <a:gd name="connsiteY1" fmla="*/ 2743200 h 5486400"/>
              <a:gd name="connsiteX2" fmla="*/ 1933956 w 3867912"/>
              <a:gd name="connsiteY2" fmla="*/ 5486400 h 5486400"/>
              <a:gd name="connsiteX3" fmla="*/ 0 w 3867912"/>
              <a:gd name="connsiteY3" fmla="*/ 2743200 h 5486400"/>
              <a:gd name="connsiteX4" fmla="*/ 1933956 w 3867912"/>
              <a:gd name="connsiteY4" fmla="*/ 0 h 548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67912" h="5486400">
                <a:moveTo>
                  <a:pt x="1933956" y="0"/>
                </a:moveTo>
                <a:cubicBezTo>
                  <a:pt x="3002050" y="0"/>
                  <a:pt x="3867912" y="1228172"/>
                  <a:pt x="3867912" y="2743200"/>
                </a:cubicBezTo>
                <a:cubicBezTo>
                  <a:pt x="3867912" y="4258228"/>
                  <a:pt x="3002050" y="5486400"/>
                  <a:pt x="1933956" y="5486400"/>
                </a:cubicBezTo>
                <a:cubicBezTo>
                  <a:pt x="865862" y="5486400"/>
                  <a:pt x="0" y="4258228"/>
                  <a:pt x="0" y="2743200"/>
                </a:cubicBezTo>
                <a:cubicBezTo>
                  <a:pt x="0" y="1228172"/>
                  <a:pt x="865862" y="0"/>
                  <a:pt x="1933956" y="0"/>
                </a:cubicBezTo>
                <a:close/>
              </a:path>
            </a:pathLst>
          </a:custGeo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1D3B9E8-F3C1-6446-B37C-65190666CE5C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453002"/>
            <a:ext cx="2805405" cy="365125"/>
          </a:xfrm>
        </p:spPr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909712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2526" y="634999"/>
            <a:ext cx="6595437" cy="1116046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983495-936E-09A0-8CE3-E436C7809CBB}"/>
              </a:ext>
            </a:extLst>
          </p:cNvPr>
          <p:cNvSpPr/>
          <p:nvPr userDrawn="1"/>
        </p:nvSpPr>
        <p:spPr>
          <a:xfrm>
            <a:off x="0" y="634999"/>
            <a:ext cx="4023360" cy="55880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2A8DBB29-ED35-445B-4F04-9E61708B9E2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61771" y="1215611"/>
            <a:ext cx="3120877" cy="4426776"/>
          </a:xfrm>
          <a:custGeom>
            <a:avLst/>
            <a:gdLst>
              <a:gd name="connsiteX0" fmla="*/ 1933956 w 3867912"/>
              <a:gd name="connsiteY0" fmla="*/ 0 h 5486400"/>
              <a:gd name="connsiteX1" fmla="*/ 3867912 w 3867912"/>
              <a:gd name="connsiteY1" fmla="*/ 2743200 h 5486400"/>
              <a:gd name="connsiteX2" fmla="*/ 1933956 w 3867912"/>
              <a:gd name="connsiteY2" fmla="*/ 5486400 h 5486400"/>
              <a:gd name="connsiteX3" fmla="*/ 0 w 3867912"/>
              <a:gd name="connsiteY3" fmla="*/ 2743200 h 5486400"/>
              <a:gd name="connsiteX4" fmla="*/ 1933956 w 3867912"/>
              <a:gd name="connsiteY4" fmla="*/ 0 h 548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67912" h="5486400">
                <a:moveTo>
                  <a:pt x="1933956" y="0"/>
                </a:moveTo>
                <a:cubicBezTo>
                  <a:pt x="3002050" y="0"/>
                  <a:pt x="3867912" y="1228172"/>
                  <a:pt x="3867912" y="2743200"/>
                </a:cubicBezTo>
                <a:cubicBezTo>
                  <a:pt x="3867912" y="4258228"/>
                  <a:pt x="3002050" y="5486400"/>
                  <a:pt x="1933956" y="5486400"/>
                </a:cubicBezTo>
                <a:cubicBezTo>
                  <a:pt x="865862" y="5486400"/>
                  <a:pt x="0" y="4258228"/>
                  <a:pt x="0" y="2743200"/>
                </a:cubicBezTo>
                <a:cubicBezTo>
                  <a:pt x="0" y="1228172"/>
                  <a:pt x="865862" y="0"/>
                  <a:pt x="1933956" y="0"/>
                </a:cubicBezTo>
                <a:close/>
              </a:path>
            </a:pathLst>
          </a:custGeo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62526" y="2126905"/>
            <a:ext cx="6595437" cy="40960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453002"/>
            <a:ext cx="3494314" cy="365125"/>
          </a:xfrm>
        </p:spPr>
        <p:txBody>
          <a:bodyPr/>
          <a:lstStyle/>
          <a:p>
            <a:fld id="{C94DBE0E-BA63-894B-AD67-B5534C763ECE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98775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634999"/>
            <a:ext cx="6836617" cy="1073601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2129474"/>
            <a:ext cx="6823674" cy="40935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4A0309-D065-CD9D-2479-AD56597FB81F}"/>
              </a:ext>
            </a:extLst>
          </p:cNvPr>
          <p:cNvSpPr/>
          <p:nvPr userDrawn="1"/>
        </p:nvSpPr>
        <p:spPr>
          <a:xfrm>
            <a:off x="8168640" y="634999"/>
            <a:ext cx="4023360" cy="55880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Picture Placeholder 9">
            <a:extLst>
              <a:ext uri="{FF2B5EF4-FFF2-40B4-BE49-F238E27FC236}">
                <a16:creationId xmlns:a16="http://schemas.microsoft.com/office/drawing/2014/main" id="{FD96658A-D342-DC0B-8552-B2E33145325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630411" y="1215611"/>
            <a:ext cx="3120877" cy="4426776"/>
          </a:xfrm>
          <a:custGeom>
            <a:avLst/>
            <a:gdLst>
              <a:gd name="connsiteX0" fmla="*/ 1933956 w 3867912"/>
              <a:gd name="connsiteY0" fmla="*/ 0 h 5486400"/>
              <a:gd name="connsiteX1" fmla="*/ 3867912 w 3867912"/>
              <a:gd name="connsiteY1" fmla="*/ 2743200 h 5486400"/>
              <a:gd name="connsiteX2" fmla="*/ 1933956 w 3867912"/>
              <a:gd name="connsiteY2" fmla="*/ 5486400 h 5486400"/>
              <a:gd name="connsiteX3" fmla="*/ 0 w 3867912"/>
              <a:gd name="connsiteY3" fmla="*/ 2743200 h 5486400"/>
              <a:gd name="connsiteX4" fmla="*/ 1933956 w 3867912"/>
              <a:gd name="connsiteY4" fmla="*/ 0 h 548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67912" h="5486400">
                <a:moveTo>
                  <a:pt x="1933956" y="0"/>
                </a:moveTo>
                <a:cubicBezTo>
                  <a:pt x="3002050" y="0"/>
                  <a:pt x="3867912" y="1228172"/>
                  <a:pt x="3867912" y="2743200"/>
                </a:cubicBezTo>
                <a:cubicBezTo>
                  <a:pt x="3867912" y="4258228"/>
                  <a:pt x="3002050" y="5486400"/>
                  <a:pt x="1933956" y="5486400"/>
                </a:cubicBezTo>
                <a:cubicBezTo>
                  <a:pt x="865862" y="5486400"/>
                  <a:pt x="0" y="4258228"/>
                  <a:pt x="0" y="2743200"/>
                </a:cubicBezTo>
                <a:cubicBezTo>
                  <a:pt x="0" y="1228172"/>
                  <a:pt x="865862" y="0"/>
                  <a:pt x="1933956" y="0"/>
                </a:cubicBezTo>
                <a:close/>
              </a:path>
            </a:pathLst>
          </a:custGeo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998EB195-6C83-E04A-B652-F00DFBE24657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453002"/>
            <a:ext cx="2805405" cy="365125"/>
          </a:xfrm>
        </p:spPr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755880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745" y="634999"/>
            <a:ext cx="4304219" cy="1122375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E7868F-C970-BDC2-3C59-C3B9D60646EC}"/>
              </a:ext>
            </a:extLst>
          </p:cNvPr>
          <p:cNvSpPr/>
          <p:nvPr userDrawn="1"/>
        </p:nvSpPr>
        <p:spPr>
          <a:xfrm>
            <a:off x="634036" y="1"/>
            <a:ext cx="5736284" cy="6223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Picture Placeholder 86">
            <a:extLst>
              <a:ext uri="{FF2B5EF4-FFF2-40B4-BE49-F238E27FC236}">
                <a16:creationId xmlns:a16="http://schemas.microsoft.com/office/drawing/2014/main" id="{59A01815-2226-42BA-5989-B67063705B2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137514" y="1041818"/>
            <a:ext cx="4729325" cy="4764694"/>
          </a:xfrm>
          <a:custGeom>
            <a:avLst/>
            <a:gdLst>
              <a:gd name="connsiteX0" fmla="*/ 3182230 w 4729325"/>
              <a:gd name="connsiteY0" fmla="*/ 109 h 4764694"/>
              <a:gd name="connsiteX1" fmla="*/ 4282822 w 4729325"/>
              <a:gd name="connsiteY1" fmla="*/ 421273 h 4764694"/>
              <a:gd name="connsiteX2" fmla="*/ 3747220 w 4729325"/>
              <a:gd name="connsiteY2" fmla="*/ 3734650 h 4764694"/>
              <a:gd name="connsiteX3" fmla="*/ 446504 w 4729325"/>
              <a:gd name="connsiteY3" fmla="*/ 4343421 h 4764694"/>
              <a:gd name="connsiteX4" fmla="*/ 982106 w 4729325"/>
              <a:gd name="connsiteY4" fmla="*/ 1030045 h 4764694"/>
              <a:gd name="connsiteX5" fmla="*/ 3182230 w 4729325"/>
              <a:gd name="connsiteY5" fmla="*/ 109 h 4764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29325" h="4764694">
                <a:moveTo>
                  <a:pt x="3182230" y="109"/>
                </a:moveTo>
                <a:cubicBezTo>
                  <a:pt x="3609712" y="4486"/>
                  <a:pt x="3996485" y="141202"/>
                  <a:pt x="4282822" y="421273"/>
                </a:cubicBezTo>
                <a:cubicBezTo>
                  <a:pt x="5046387" y="1168129"/>
                  <a:pt x="4806591" y="2651578"/>
                  <a:pt x="3747220" y="3734650"/>
                </a:cubicBezTo>
                <a:cubicBezTo>
                  <a:pt x="2687850" y="4817721"/>
                  <a:pt x="1210069" y="5090277"/>
                  <a:pt x="446504" y="4343421"/>
                </a:cubicBezTo>
                <a:cubicBezTo>
                  <a:pt x="-317062" y="3596565"/>
                  <a:pt x="-77265" y="2113116"/>
                  <a:pt x="982106" y="1030045"/>
                </a:cubicBezTo>
                <a:cubicBezTo>
                  <a:pt x="1644213" y="353125"/>
                  <a:pt x="2469760" y="-7187"/>
                  <a:pt x="3182230" y="109"/>
                </a:cubicBezTo>
                <a:close/>
              </a:path>
            </a:pathLst>
          </a:custGeo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5" y="2129475"/>
            <a:ext cx="4304219" cy="40935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453002"/>
            <a:ext cx="1622776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F19ABAC-CEC0-3744-94EB-1D764E2366A2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846421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907" y="1001715"/>
            <a:ext cx="4714998" cy="74676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30" y="2129475"/>
            <a:ext cx="4714106" cy="41792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DFB919A-0FBE-5996-8285-F65A2832E27F}"/>
              </a:ext>
            </a:extLst>
          </p:cNvPr>
          <p:cNvSpPr/>
          <p:nvPr userDrawn="1"/>
        </p:nvSpPr>
        <p:spPr>
          <a:xfrm>
            <a:off x="5821681" y="634999"/>
            <a:ext cx="5736284" cy="5588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7" name="Picture Placeholder 86">
            <a:extLst>
              <a:ext uri="{FF2B5EF4-FFF2-40B4-BE49-F238E27FC236}">
                <a16:creationId xmlns:a16="http://schemas.microsoft.com/office/drawing/2014/main" id="{17979BA9-1DC6-39F8-19D7-0BC804341A3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25159" y="1041818"/>
            <a:ext cx="4729325" cy="4764694"/>
          </a:xfrm>
          <a:custGeom>
            <a:avLst/>
            <a:gdLst>
              <a:gd name="connsiteX0" fmla="*/ 3182230 w 4729325"/>
              <a:gd name="connsiteY0" fmla="*/ 109 h 4764694"/>
              <a:gd name="connsiteX1" fmla="*/ 4282822 w 4729325"/>
              <a:gd name="connsiteY1" fmla="*/ 421273 h 4764694"/>
              <a:gd name="connsiteX2" fmla="*/ 3747220 w 4729325"/>
              <a:gd name="connsiteY2" fmla="*/ 3734650 h 4764694"/>
              <a:gd name="connsiteX3" fmla="*/ 446504 w 4729325"/>
              <a:gd name="connsiteY3" fmla="*/ 4343421 h 4764694"/>
              <a:gd name="connsiteX4" fmla="*/ 982106 w 4729325"/>
              <a:gd name="connsiteY4" fmla="*/ 1030045 h 4764694"/>
              <a:gd name="connsiteX5" fmla="*/ 3182230 w 4729325"/>
              <a:gd name="connsiteY5" fmla="*/ 109 h 4764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29325" h="4764694">
                <a:moveTo>
                  <a:pt x="3182230" y="109"/>
                </a:moveTo>
                <a:cubicBezTo>
                  <a:pt x="3609712" y="4486"/>
                  <a:pt x="3996485" y="141202"/>
                  <a:pt x="4282822" y="421273"/>
                </a:cubicBezTo>
                <a:cubicBezTo>
                  <a:pt x="5046387" y="1168129"/>
                  <a:pt x="4806591" y="2651578"/>
                  <a:pt x="3747220" y="3734650"/>
                </a:cubicBezTo>
                <a:cubicBezTo>
                  <a:pt x="2687850" y="4817721"/>
                  <a:pt x="1210069" y="5090277"/>
                  <a:pt x="446504" y="4343421"/>
                </a:cubicBezTo>
                <a:cubicBezTo>
                  <a:pt x="-317062" y="3596565"/>
                  <a:pt x="-77265" y="2113116"/>
                  <a:pt x="982106" y="1030045"/>
                </a:cubicBezTo>
                <a:cubicBezTo>
                  <a:pt x="1644213" y="353125"/>
                  <a:pt x="2469760" y="-7187"/>
                  <a:pt x="3182230" y="109"/>
                </a:cubicBezTo>
                <a:close/>
              </a:path>
            </a:pathLst>
          </a:custGeo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Growth marketing plan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E2AAE019-E83D-CB42-A578-B360638D96E4}" type="datetime1">
              <a:rPr lang="en-US" smtClean="0"/>
              <a:t>4/28/2026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123669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4097" y="686054"/>
            <a:ext cx="4333731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B9BC52-F4B9-40D3-13B2-C974CC90EF84}"/>
              </a:ext>
            </a:extLst>
          </p:cNvPr>
          <p:cNvSpPr/>
          <p:nvPr userDrawn="1"/>
        </p:nvSpPr>
        <p:spPr>
          <a:xfrm>
            <a:off x="0" y="634999"/>
            <a:ext cx="6370319" cy="5588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Picture Placeholder 34">
            <a:extLst>
              <a:ext uri="{FF2B5EF4-FFF2-40B4-BE49-F238E27FC236}">
                <a16:creationId xmlns:a16="http://schemas.microsoft.com/office/drawing/2014/main" id="{B5950EFE-356D-C8EA-2569-0F26EFFA4E3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1959" y="1493440"/>
            <a:ext cx="5486400" cy="3867912"/>
          </a:xfrm>
          <a:custGeom>
            <a:avLst/>
            <a:gdLst>
              <a:gd name="connsiteX0" fmla="*/ 2743200 w 5486400"/>
              <a:gd name="connsiteY0" fmla="*/ 0 h 3871118"/>
              <a:gd name="connsiteX1" fmla="*/ 5486400 w 5486400"/>
              <a:gd name="connsiteY1" fmla="*/ 1943100 h 3871118"/>
              <a:gd name="connsiteX2" fmla="*/ 3296051 w 5486400"/>
              <a:gd name="connsiteY2" fmla="*/ 3846723 h 3871118"/>
              <a:gd name="connsiteX3" fmla="*/ 3070390 w 5486400"/>
              <a:gd name="connsiteY3" fmla="*/ 3871118 h 3871118"/>
              <a:gd name="connsiteX4" fmla="*/ 2416010 w 5486400"/>
              <a:gd name="connsiteY4" fmla="*/ 3871118 h 3871118"/>
              <a:gd name="connsiteX5" fmla="*/ 2190349 w 5486400"/>
              <a:gd name="connsiteY5" fmla="*/ 3846723 h 3871118"/>
              <a:gd name="connsiteX6" fmla="*/ 0 w 5486400"/>
              <a:gd name="connsiteY6" fmla="*/ 1943100 h 3871118"/>
              <a:gd name="connsiteX7" fmla="*/ 2743200 w 5486400"/>
              <a:gd name="connsiteY7" fmla="*/ 0 h 38711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86400" h="3871118">
                <a:moveTo>
                  <a:pt x="2743200" y="0"/>
                </a:moveTo>
                <a:cubicBezTo>
                  <a:pt x="4258228" y="0"/>
                  <a:pt x="5486400" y="869956"/>
                  <a:pt x="5486400" y="1943100"/>
                </a:cubicBezTo>
                <a:cubicBezTo>
                  <a:pt x="5486400" y="2882101"/>
                  <a:pt x="4546081" y="3665536"/>
                  <a:pt x="3296051" y="3846723"/>
                </a:cubicBezTo>
                <a:lnTo>
                  <a:pt x="3070390" y="3871118"/>
                </a:lnTo>
                <a:lnTo>
                  <a:pt x="2416010" y="3871118"/>
                </a:lnTo>
                <a:lnTo>
                  <a:pt x="2190349" y="3846723"/>
                </a:lnTo>
                <a:cubicBezTo>
                  <a:pt x="940320" y="3665536"/>
                  <a:pt x="0" y="2882101"/>
                  <a:pt x="0" y="1943100"/>
                </a:cubicBezTo>
                <a:cubicBezTo>
                  <a:pt x="0" y="869956"/>
                  <a:pt x="1228172" y="0"/>
                  <a:pt x="2743200" y="0"/>
                </a:cubicBezTo>
                <a:close/>
              </a:path>
            </a:pathLst>
          </a:custGeo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34137" y="1748474"/>
            <a:ext cx="4323828" cy="46157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453002"/>
            <a:ext cx="177202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ED57CA4-9B91-014F-9006-ED823B296BC5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932731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30" y="674563"/>
            <a:ext cx="4702537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156" y="1748474"/>
            <a:ext cx="4702537" cy="461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B6030CF-FEDC-475D-1C44-D1A9610C48BE}"/>
              </a:ext>
            </a:extLst>
          </p:cNvPr>
          <p:cNvSpPr/>
          <p:nvPr userDrawn="1"/>
        </p:nvSpPr>
        <p:spPr>
          <a:xfrm>
            <a:off x="5821680" y="634999"/>
            <a:ext cx="6370319" cy="5588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Picture Placeholder 34">
            <a:extLst>
              <a:ext uri="{FF2B5EF4-FFF2-40B4-BE49-F238E27FC236}">
                <a16:creationId xmlns:a16="http://schemas.microsoft.com/office/drawing/2014/main" id="{28ECA86B-B2EE-7857-89AB-8C4E9F0712C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63639" y="1493440"/>
            <a:ext cx="5486400" cy="3867912"/>
          </a:xfrm>
          <a:custGeom>
            <a:avLst/>
            <a:gdLst>
              <a:gd name="connsiteX0" fmla="*/ 2743200 w 5486400"/>
              <a:gd name="connsiteY0" fmla="*/ 0 h 3871118"/>
              <a:gd name="connsiteX1" fmla="*/ 5486400 w 5486400"/>
              <a:gd name="connsiteY1" fmla="*/ 1943100 h 3871118"/>
              <a:gd name="connsiteX2" fmla="*/ 3296051 w 5486400"/>
              <a:gd name="connsiteY2" fmla="*/ 3846723 h 3871118"/>
              <a:gd name="connsiteX3" fmla="*/ 3070390 w 5486400"/>
              <a:gd name="connsiteY3" fmla="*/ 3871118 h 3871118"/>
              <a:gd name="connsiteX4" fmla="*/ 2416010 w 5486400"/>
              <a:gd name="connsiteY4" fmla="*/ 3871118 h 3871118"/>
              <a:gd name="connsiteX5" fmla="*/ 2190349 w 5486400"/>
              <a:gd name="connsiteY5" fmla="*/ 3846723 h 3871118"/>
              <a:gd name="connsiteX6" fmla="*/ 0 w 5486400"/>
              <a:gd name="connsiteY6" fmla="*/ 1943100 h 3871118"/>
              <a:gd name="connsiteX7" fmla="*/ 2743200 w 5486400"/>
              <a:gd name="connsiteY7" fmla="*/ 0 h 38711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86400" h="3871118">
                <a:moveTo>
                  <a:pt x="2743200" y="0"/>
                </a:moveTo>
                <a:cubicBezTo>
                  <a:pt x="4258228" y="0"/>
                  <a:pt x="5486400" y="869956"/>
                  <a:pt x="5486400" y="1943100"/>
                </a:cubicBezTo>
                <a:cubicBezTo>
                  <a:pt x="5486400" y="2882101"/>
                  <a:pt x="4546081" y="3665536"/>
                  <a:pt x="3296051" y="3846723"/>
                </a:cubicBezTo>
                <a:lnTo>
                  <a:pt x="3070390" y="3871118"/>
                </a:lnTo>
                <a:lnTo>
                  <a:pt x="2416010" y="3871118"/>
                </a:lnTo>
                <a:lnTo>
                  <a:pt x="2190349" y="3846723"/>
                </a:lnTo>
                <a:cubicBezTo>
                  <a:pt x="940320" y="3665536"/>
                  <a:pt x="0" y="2882101"/>
                  <a:pt x="0" y="1943100"/>
                </a:cubicBezTo>
                <a:cubicBezTo>
                  <a:pt x="0" y="869956"/>
                  <a:pt x="1228172" y="0"/>
                  <a:pt x="2743200" y="0"/>
                </a:cubicBezTo>
                <a:close/>
              </a:path>
            </a:pathLst>
          </a:custGeo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5B19DAFB-FAB1-764F-BE9B-0C575278000C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Growth marketing plan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48175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634999"/>
            <a:ext cx="3345301" cy="1113476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101BBF-E06C-C8BD-9613-D1E0E2997D96}"/>
              </a:ext>
            </a:extLst>
          </p:cNvPr>
          <p:cNvSpPr/>
          <p:nvPr userDrawn="1"/>
        </p:nvSpPr>
        <p:spPr>
          <a:xfrm>
            <a:off x="0" y="634999"/>
            <a:ext cx="7517219" cy="5588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Picture Placeholder 34">
            <a:extLst>
              <a:ext uri="{FF2B5EF4-FFF2-40B4-BE49-F238E27FC236}">
                <a16:creationId xmlns:a16="http://schemas.microsoft.com/office/drawing/2014/main" id="{EC6F8BE1-DBF8-9F46-A1A0-170BE0AC9F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41959" y="1096133"/>
            <a:ext cx="6618060" cy="4665732"/>
          </a:xfrm>
          <a:custGeom>
            <a:avLst/>
            <a:gdLst>
              <a:gd name="connsiteX0" fmla="*/ 2743200 w 5486400"/>
              <a:gd name="connsiteY0" fmla="*/ 0 h 3871118"/>
              <a:gd name="connsiteX1" fmla="*/ 5486400 w 5486400"/>
              <a:gd name="connsiteY1" fmla="*/ 1943100 h 3871118"/>
              <a:gd name="connsiteX2" fmla="*/ 3296051 w 5486400"/>
              <a:gd name="connsiteY2" fmla="*/ 3846723 h 3871118"/>
              <a:gd name="connsiteX3" fmla="*/ 3070390 w 5486400"/>
              <a:gd name="connsiteY3" fmla="*/ 3871118 h 3871118"/>
              <a:gd name="connsiteX4" fmla="*/ 2416010 w 5486400"/>
              <a:gd name="connsiteY4" fmla="*/ 3871118 h 3871118"/>
              <a:gd name="connsiteX5" fmla="*/ 2190349 w 5486400"/>
              <a:gd name="connsiteY5" fmla="*/ 3846723 h 3871118"/>
              <a:gd name="connsiteX6" fmla="*/ 0 w 5486400"/>
              <a:gd name="connsiteY6" fmla="*/ 1943100 h 3871118"/>
              <a:gd name="connsiteX7" fmla="*/ 2743200 w 5486400"/>
              <a:gd name="connsiteY7" fmla="*/ 0 h 38711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86400" h="3871118">
                <a:moveTo>
                  <a:pt x="2743200" y="0"/>
                </a:moveTo>
                <a:cubicBezTo>
                  <a:pt x="4258228" y="0"/>
                  <a:pt x="5486400" y="869956"/>
                  <a:pt x="5486400" y="1943100"/>
                </a:cubicBezTo>
                <a:cubicBezTo>
                  <a:pt x="5486400" y="2882101"/>
                  <a:pt x="4546081" y="3665536"/>
                  <a:pt x="3296051" y="3846723"/>
                </a:cubicBezTo>
                <a:lnTo>
                  <a:pt x="3070390" y="3871118"/>
                </a:lnTo>
                <a:lnTo>
                  <a:pt x="2416010" y="3871118"/>
                </a:lnTo>
                <a:lnTo>
                  <a:pt x="2190349" y="3846723"/>
                </a:lnTo>
                <a:cubicBezTo>
                  <a:pt x="940320" y="3665536"/>
                  <a:pt x="0" y="2882101"/>
                  <a:pt x="0" y="1943100"/>
                </a:cubicBezTo>
                <a:cubicBezTo>
                  <a:pt x="0" y="869956"/>
                  <a:pt x="1228172" y="0"/>
                  <a:pt x="2743200" y="0"/>
                </a:cubicBezTo>
                <a:close/>
              </a:path>
            </a:pathLst>
          </a:custGeo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0" y="2129475"/>
            <a:ext cx="3345301" cy="40935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212663" y="6453002"/>
            <a:ext cx="922372" cy="365125"/>
          </a:xfrm>
        </p:spPr>
        <p:txBody>
          <a:bodyPr/>
          <a:lstStyle/>
          <a:p>
            <a:fld id="{2FF7BC53-6B45-7742-9EBA-CB5E7E199EB6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135035" y="6453002"/>
            <a:ext cx="2546891" cy="365125"/>
          </a:xfrm>
        </p:spPr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390743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30" y="634999"/>
            <a:ext cx="3376160" cy="1122375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157" y="2138375"/>
            <a:ext cx="3376160" cy="40846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EE5DEB-00A0-C51B-6DFC-390A6C17BC52}"/>
              </a:ext>
            </a:extLst>
          </p:cNvPr>
          <p:cNvSpPr/>
          <p:nvPr userDrawn="1"/>
        </p:nvSpPr>
        <p:spPr>
          <a:xfrm>
            <a:off x="4674781" y="634999"/>
            <a:ext cx="7517219" cy="5588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Picture Placeholder 34">
            <a:extLst>
              <a:ext uri="{FF2B5EF4-FFF2-40B4-BE49-F238E27FC236}">
                <a16:creationId xmlns:a16="http://schemas.microsoft.com/office/drawing/2014/main" id="{09BDCEA9-FCD8-BF3F-D744-F8CFFB64D0A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16740" y="1096133"/>
            <a:ext cx="6618060" cy="4665732"/>
          </a:xfrm>
          <a:custGeom>
            <a:avLst/>
            <a:gdLst>
              <a:gd name="connsiteX0" fmla="*/ 2743200 w 5486400"/>
              <a:gd name="connsiteY0" fmla="*/ 0 h 3871118"/>
              <a:gd name="connsiteX1" fmla="*/ 5486400 w 5486400"/>
              <a:gd name="connsiteY1" fmla="*/ 1943100 h 3871118"/>
              <a:gd name="connsiteX2" fmla="*/ 3296051 w 5486400"/>
              <a:gd name="connsiteY2" fmla="*/ 3846723 h 3871118"/>
              <a:gd name="connsiteX3" fmla="*/ 3070390 w 5486400"/>
              <a:gd name="connsiteY3" fmla="*/ 3871118 h 3871118"/>
              <a:gd name="connsiteX4" fmla="*/ 2416010 w 5486400"/>
              <a:gd name="connsiteY4" fmla="*/ 3871118 h 3871118"/>
              <a:gd name="connsiteX5" fmla="*/ 2190349 w 5486400"/>
              <a:gd name="connsiteY5" fmla="*/ 3846723 h 3871118"/>
              <a:gd name="connsiteX6" fmla="*/ 0 w 5486400"/>
              <a:gd name="connsiteY6" fmla="*/ 1943100 h 3871118"/>
              <a:gd name="connsiteX7" fmla="*/ 2743200 w 5486400"/>
              <a:gd name="connsiteY7" fmla="*/ 0 h 38711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86400" h="3871118">
                <a:moveTo>
                  <a:pt x="2743200" y="0"/>
                </a:moveTo>
                <a:cubicBezTo>
                  <a:pt x="4258228" y="0"/>
                  <a:pt x="5486400" y="869956"/>
                  <a:pt x="5486400" y="1943100"/>
                </a:cubicBezTo>
                <a:cubicBezTo>
                  <a:pt x="5486400" y="2882101"/>
                  <a:pt x="4546081" y="3665536"/>
                  <a:pt x="3296051" y="3846723"/>
                </a:cubicBezTo>
                <a:lnTo>
                  <a:pt x="3070390" y="3871118"/>
                </a:lnTo>
                <a:lnTo>
                  <a:pt x="2416010" y="3871118"/>
                </a:lnTo>
                <a:lnTo>
                  <a:pt x="2190349" y="3846723"/>
                </a:lnTo>
                <a:cubicBezTo>
                  <a:pt x="940320" y="3665536"/>
                  <a:pt x="0" y="2882101"/>
                  <a:pt x="0" y="1943100"/>
                </a:cubicBezTo>
                <a:cubicBezTo>
                  <a:pt x="0" y="869956"/>
                  <a:pt x="1228172" y="0"/>
                  <a:pt x="2743200" y="0"/>
                </a:cubicBezTo>
                <a:close/>
              </a:path>
            </a:pathLst>
          </a:custGeo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1067625" cy="365125"/>
          </a:xfrm>
        </p:spPr>
        <p:txBody>
          <a:bodyPr/>
          <a:lstStyle/>
          <a:p>
            <a:fld id="{A5B05B6C-DEDB-7544-9F53-A4801D50D3DC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Growth marketing plan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552692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01716"/>
            <a:ext cx="3214862" cy="150337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E9CDADF-7E36-EBE1-34D0-785EEE3139B3}"/>
              </a:ext>
            </a:extLst>
          </p:cNvPr>
          <p:cNvSpPr/>
          <p:nvPr userDrawn="1"/>
        </p:nvSpPr>
        <p:spPr>
          <a:xfrm>
            <a:off x="0" y="634999"/>
            <a:ext cx="7517219" cy="5588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Picture Placeholder 34">
            <a:extLst>
              <a:ext uri="{FF2B5EF4-FFF2-40B4-BE49-F238E27FC236}">
                <a16:creationId xmlns:a16="http://schemas.microsoft.com/office/drawing/2014/main" id="{04761C5D-E8A4-64AA-78FD-E268D115AC6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41959" y="1096133"/>
            <a:ext cx="6618060" cy="4665732"/>
          </a:xfrm>
          <a:custGeom>
            <a:avLst/>
            <a:gdLst>
              <a:gd name="connsiteX0" fmla="*/ 2743200 w 5486400"/>
              <a:gd name="connsiteY0" fmla="*/ 0 h 3871118"/>
              <a:gd name="connsiteX1" fmla="*/ 5486400 w 5486400"/>
              <a:gd name="connsiteY1" fmla="*/ 1943100 h 3871118"/>
              <a:gd name="connsiteX2" fmla="*/ 3296051 w 5486400"/>
              <a:gd name="connsiteY2" fmla="*/ 3846723 h 3871118"/>
              <a:gd name="connsiteX3" fmla="*/ 3070390 w 5486400"/>
              <a:gd name="connsiteY3" fmla="*/ 3871118 h 3871118"/>
              <a:gd name="connsiteX4" fmla="*/ 2416010 w 5486400"/>
              <a:gd name="connsiteY4" fmla="*/ 3871118 h 3871118"/>
              <a:gd name="connsiteX5" fmla="*/ 2190349 w 5486400"/>
              <a:gd name="connsiteY5" fmla="*/ 3846723 h 3871118"/>
              <a:gd name="connsiteX6" fmla="*/ 0 w 5486400"/>
              <a:gd name="connsiteY6" fmla="*/ 1943100 h 3871118"/>
              <a:gd name="connsiteX7" fmla="*/ 2743200 w 5486400"/>
              <a:gd name="connsiteY7" fmla="*/ 0 h 38711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86400" h="3871118">
                <a:moveTo>
                  <a:pt x="2743200" y="0"/>
                </a:moveTo>
                <a:cubicBezTo>
                  <a:pt x="4258228" y="0"/>
                  <a:pt x="5486400" y="869956"/>
                  <a:pt x="5486400" y="1943100"/>
                </a:cubicBezTo>
                <a:cubicBezTo>
                  <a:pt x="5486400" y="2882101"/>
                  <a:pt x="4546081" y="3665536"/>
                  <a:pt x="3296051" y="3846723"/>
                </a:cubicBezTo>
                <a:lnTo>
                  <a:pt x="3070390" y="3871118"/>
                </a:lnTo>
                <a:lnTo>
                  <a:pt x="2416010" y="3871118"/>
                </a:lnTo>
                <a:lnTo>
                  <a:pt x="2190349" y="3846723"/>
                </a:lnTo>
                <a:cubicBezTo>
                  <a:pt x="940320" y="3665536"/>
                  <a:pt x="0" y="2882101"/>
                  <a:pt x="0" y="1943100"/>
                </a:cubicBezTo>
                <a:cubicBezTo>
                  <a:pt x="0" y="869956"/>
                  <a:pt x="1228172" y="0"/>
                  <a:pt x="2743200" y="0"/>
                </a:cubicBezTo>
                <a:close/>
              </a:path>
            </a:pathLst>
          </a:custGeo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6" y="2877190"/>
            <a:ext cx="3214862" cy="334581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453002"/>
            <a:ext cx="100365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67BC866-C4B3-4A49-A8DC-A0BE5C9E8ADF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453002"/>
            <a:ext cx="2335165" cy="365125"/>
          </a:xfrm>
        </p:spPr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48885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032" y="5109526"/>
            <a:ext cx="3739896" cy="1113475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57164" y="5109525"/>
            <a:ext cx="6400800" cy="111347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600"/>
            </a:lvl2pPr>
            <a:lvl3pPr marL="457200" indent="0">
              <a:buFont typeface="Arial" panose="020B0604020202020204" pitchFamily="34" charset="0"/>
              <a:buNone/>
              <a:defRPr sz="1600"/>
            </a:lvl3pPr>
            <a:lvl4pPr marL="685800" indent="0">
              <a:buFont typeface="Arial" panose="020B0604020202020204" pitchFamily="34" charset="0"/>
              <a:buNone/>
              <a:defRPr sz="1600"/>
            </a:lvl4pPr>
            <a:lvl5pPr marL="914400" indent="0">
              <a:buFont typeface="Arial" panose="020B0604020202020204" pitchFamily="34" charset="0"/>
              <a:buNone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0B7C8D-329B-1A41-996A-C00FEEB4F1BF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551499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7638" y="4362766"/>
            <a:ext cx="2953618" cy="1860234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981766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362766"/>
            <a:ext cx="7576722" cy="1860234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493ED9-EFBD-5A47-956E-678E362C5636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57255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30" y="634999"/>
            <a:ext cx="3006411" cy="1861191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</p:spPr>
        <p:txBody>
          <a:bodyPr/>
          <a:lstStyle/>
          <a:p>
            <a:fld id="{B10367D4-204C-404A-8464-46B87B775F25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</p:spPr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19552" y="643897"/>
            <a:ext cx="7538412" cy="1861191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2938227"/>
            <a:ext cx="12192000" cy="3919773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171980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45318" cy="97046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9" y="1748474"/>
            <a:ext cx="6150815" cy="4474526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24097" y="1748475"/>
            <a:ext cx="4333867" cy="44745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53CD41-8253-8740-8961-F06C3711FE73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86609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634999"/>
            <a:ext cx="4714881" cy="1130429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8" y="2146428"/>
            <a:ext cx="4736262" cy="4076572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05498" y="634999"/>
            <a:ext cx="5652466" cy="55880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C54A3-95B5-7540-93F4-9DA873291FAC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821381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30" y="634999"/>
            <a:ext cx="3768108" cy="1113476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30" y="2129475"/>
            <a:ext cx="3752238" cy="4093525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82195" y="634999"/>
            <a:ext cx="6595443" cy="55880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BD702-F775-114B-846E-EFE6911639ED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210690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907" y="1001715"/>
            <a:ext cx="4714998" cy="74676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30" y="2129475"/>
            <a:ext cx="4714106" cy="41792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C0C886-859A-5158-F0E8-00B1BFC415AF}"/>
              </a:ext>
            </a:extLst>
          </p:cNvPr>
          <p:cNvSpPr/>
          <p:nvPr userDrawn="1"/>
        </p:nvSpPr>
        <p:spPr>
          <a:xfrm>
            <a:off x="5821686" y="0"/>
            <a:ext cx="5736284" cy="68579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DCEE0A2-7709-B62C-92B2-F79288C22CB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755872" y="736601"/>
            <a:ext cx="3867912" cy="5486400"/>
          </a:xfrm>
          <a:custGeom>
            <a:avLst/>
            <a:gdLst>
              <a:gd name="connsiteX0" fmla="*/ 1933956 w 3867912"/>
              <a:gd name="connsiteY0" fmla="*/ 0 h 5486400"/>
              <a:gd name="connsiteX1" fmla="*/ 3867912 w 3867912"/>
              <a:gd name="connsiteY1" fmla="*/ 2743200 h 5486400"/>
              <a:gd name="connsiteX2" fmla="*/ 1933956 w 3867912"/>
              <a:gd name="connsiteY2" fmla="*/ 5486400 h 5486400"/>
              <a:gd name="connsiteX3" fmla="*/ 0 w 3867912"/>
              <a:gd name="connsiteY3" fmla="*/ 2743200 h 5486400"/>
              <a:gd name="connsiteX4" fmla="*/ 1933956 w 3867912"/>
              <a:gd name="connsiteY4" fmla="*/ 0 h 548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67912" h="5486400">
                <a:moveTo>
                  <a:pt x="1933956" y="0"/>
                </a:moveTo>
                <a:cubicBezTo>
                  <a:pt x="3002050" y="0"/>
                  <a:pt x="3867912" y="1228172"/>
                  <a:pt x="3867912" y="2743200"/>
                </a:cubicBezTo>
                <a:cubicBezTo>
                  <a:pt x="3867912" y="4258228"/>
                  <a:pt x="3002050" y="5486400"/>
                  <a:pt x="1933956" y="5486400"/>
                </a:cubicBezTo>
                <a:cubicBezTo>
                  <a:pt x="865862" y="5486400"/>
                  <a:pt x="0" y="4258228"/>
                  <a:pt x="0" y="2743200"/>
                </a:cubicBezTo>
                <a:cubicBezTo>
                  <a:pt x="0" y="1228172"/>
                  <a:pt x="865862" y="0"/>
                  <a:pt x="1933956" y="0"/>
                </a:cubicBezTo>
                <a:close/>
              </a:path>
            </a:pathLst>
          </a:custGeo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E2AAE019-E83D-CB42-A578-B360638D96E4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Growth marketing plan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773567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907" y="1001715"/>
            <a:ext cx="4714998" cy="74676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30" y="2129475"/>
            <a:ext cx="4714106" cy="41792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EE1F0A-D57B-4C33-44C2-D2BF9B19B487}"/>
              </a:ext>
            </a:extLst>
          </p:cNvPr>
          <p:cNvSpPr/>
          <p:nvPr userDrawn="1"/>
        </p:nvSpPr>
        <p:spPr>
          <a:xfrm>
            <a:off x="5821681" y="0"/>
            <a:ext cx="5736284" cy="68181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" name="Picture Placeholder 61">
            <a:extLst>
              <a:ext uri="{FF2B5EF4-FFF2-40B4-BE49-F238E27FC236}">
                <a16:creationId xmlns:a16="http://schemas.microsoft.com/office/drawing/2014/main" id="{FB73C4F7-F062-427F-E6F1-8992FE31EDC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25161" y="1041818"/>
            <a:ext cx="4729325" cy="4764694"/>
          </a:xfrm>
          <a:custGeom>
            <a:avLst/>
            <a:gdLst>
              <a:gd name="connsiteX0" fmla="*/ 3182230 w 4729325"/>
              <a:gd name="connsiteY0" fmla="*/ 109 h 4764694"/>
              <a:gd name="connsiteX1" fmla="*/ 4282822 w 4729325"/>
              <a:gd name="connsiteY1" fmla="*/ 421273 h 4764694"/>
              <a:gd name="connsiteX2" fmla="*/ 3747220 w 4729325"/>
              <a:gd name="connsiteY2" fmla="*/ 3734650 h 4764694"/>
              <a:gd name="connsiteX3" fmla="*/ 446504 w 4729325"/>
              <a:gd name="connsiteY3" fmla="*/ 4343421 h 4764694"/>
              <a:gd name="connsiteX4" fmla="*/ 982106 w 4729325"/>
              <a:gd name="connsiteY4" fmla="*/ 1030045 h 4764694"/>
              <a:gd name="connsiteX5" fmla="*/ 3182230 w 4729325"/>
              <a:gd name="connsiteY5" fmla="*/ 109 h 4764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29325" h="4764694">
                <a:moveTo>
                  <a:pt x="3182230" y="109"/>
                </a:moveTo>
                <a:cubicBezTo>
                  <a:pt x="3609712" y="4486"/>
                  <a:pt x="3996485" y="141202"/>
                  <a:pt x="4282822" y="421273"/>
                </a:cubicBezTo>
                <a:cubicBezTo>
                  <a:pt x="5046387" y="1168129"/>
                  <a:pt x="4806591" y="2651578"/>
                  <a:pt x="3747220" y="3734650"/>
                </a:cubicBezTo>
                <a:cubicBezTo>
                  <a:pt x="2687850" y="4817721"/>
                  <a:pt x="1210069" y="5090277"/>
                  <a:pt x="446504" y="4343421"/>
                </a:cubicBezTo>
                <a:cubicBezTo>
                  <a:pt x="-317062" y="3596565"/>
                  <a:pt x="-77265" y="2113116"/>
                  <a:pt x="982106" y="1030045"/>
                </a:cubicBezTo>
                <a:cubicBezTo>
                  <a:pt x="1644213" y="353125"/>
                  <a:pt x="2469760" y="-7187"/>
                  <a:pt x="3182230" y="109"/>
                </a:cubicBezTo>
                <a:close/>
              </a:path>
            </a:pathLst>
          </a:custGeo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E2AAE019-E83D-CB42-A578-B360638D96E4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Growth marketing plan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532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4" y="4800600"/>
            <a:ext cx="10923934" cy="142240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3600" b="1" i="0">
                <a:solidFill>
                  <a:schemeClr val="accent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30" y="634998"/>
            <a:ext cx="10923934" cy="4609355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0000" b="1" i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CBBDB-DB6A-8043-A23A-E4D514668CA9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256388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7006" y="5222240"/>
            <a:ext cx="9037984" cy="1000759"/>
          </a:xfrm>
        </p:spPr>
        <p:txBody>
          <a:bodyPr anchor="b">
            <a:normAutofit/>
          </a:bodyPr>
          <a:lstStyle>
            <a:lvl1pPr algn="ctr">
              <a:lnSpc>
                <a:spcPct val="90000"/>
              </a:lnSpc>
              <a:defRPr sz="3600" b="1" i="0">
                <a:solidFill>
                  <a:schemeClr val="accent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30" y="634998"/>
            <a:ext cx="10923934" cy="4587243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30000" b="1" i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8FF74-D6A8-484C-8E59-ED45708650B1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16863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>
            <a:extLst>
              <a:ext uri="{FF2B5EF4-FFF2-40B4-BE49-F238E27FC236}">
                <a16:creationId xmlns:a16="http://schemas.microsoft.com/office/drawing/2014/main" id="{01611EA6-A98E-788D-8561-0477483FA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4" y="4879524"/>
            <a:ext cx="10923934" cy="1343475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3600" b="1" i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9" name="Content Placeholder 6">
            <a:extLst>
              <a:ext uri="{FF2B5EF4-FFF2-40B4-BE49-F238E27FC236}">
                <a16:creationId xmlns:a16="http://schemas.microsoft.com/office/drawing/2014/main" id="{6FAFFBC2-CB22-180D-9985-6B9E32EE753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30" y="634998"/>
            <a:ext cx="10923934" cy="4244527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0000" b="1" i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88237-8CC6-BF45-96C4-CF90C4DB2128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43940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30" y="630936"/>
            <a:ext cx="6209065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3600" b="1" i="0"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3600" b="1" i="0"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3600" b="1" i="0"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3600" b="1" i="0"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3600" b="1" i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0AFA9F-5F67-2743-BC9C-9DCD4B6649F8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1770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0898EF3F-C42B-37EE-D18B-8185C8F1211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30" y="1929384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4800" b="1" i="0">
                <a:latin typeface="+mn-lt"/>
              </a:defRPr>
            </a:lvl1pPr>
            <a:lvl2pPr marL="228600" indent="0">
              <a:lnSpc>
                <a:spcPct val="90000"/>
              </a:lnSpc>
              <a:buNone/>
              <a:defRPr sz="4800" b="1" i="0">
                <a:latin typeface="+mn-lt"/>
              </a:defRPr>
            </a:lvl2pPr>
            <a:lvl3pPr marL="457200" indent="0">
              <a:lnSpc>
                <a:spcPct val="90000"/>
              </a:lnSpc>
              <a:buNone/>
              <a:defRPr sz="4800" b="1" i="0">
                <a:latin typeface="+mn-lt"/>
              </a:defRPr>
            </a:lvl3pPr>
            <a:lvl4pPr marL="685800" indent="0">
              <a:lnSpc>
                <a:spcPct val="90000"/>
              </a:lnSpc>
              <a:buNone/>
              <a:defRPr sz="4800" b="1" i="0">
                <a:latin typeface="+mn-lt"/>
              </a:defRPr>
            </a:lvl4pPr>
            <a:lvl5pPr marL="914400" indent="0">
              <a:lnSpc>
                <a:spcPct val="90000"/>
              </a:lnSpc>
              <a:buNone/>
              <a:defRPr sz="4800" b="1" i="0">
                <a:latin typeface="+mn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ADF8E-C5F8-B94D-B79F-BB5E05403220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17474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634998"/>
            <a:ext cx="8481395" cy="558800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3600" b="1" i="0"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3600" b="1" i="0"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3600" b="1" i="0"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3600" b="1" i="0"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3600" b="1" i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BDF3B-3FFA-684A-A22D-4B1A741ADF37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014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30" y="634999"/>
            <a:ext cx="10923934" cy="375615"/>
          </a:xfrm>
        </p:spPr>
        <p:txBody>
          <a:bodyPr anchor="t">
            <a:noAutofit/>
          </a:bodyPr>
          <a:lstStyle>
            <a:lvl1pPr>
              <a:lnSpc>
                <a:spcPct val="120000"/>
              </a:lnSpc>
              <a:defRPr sz="1800" b="1" i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30" y="1748474"/>
            <a:ext cx="10923934" cy="447452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600" b="1" i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3EAEBE-CA61-5040-850D-8DDBD3B263E9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59071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30" y="5856284"/>
            <a:ext cx="10923934" cy="366716"/>
          </a:xfrm>
        </p:spPr>
        <p:txBody>
          <a:bodyPr anchor="t">
            <a:noAutofit/>
          </a:bodyPr>
          <a:lstStyle>
            <a:lvl1pPr>
              <a:lnSpc>
                <a:spcPct val="120000"/>
              </a:lnSpc>
              <a:defRPr sz="1800" b="1" i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30" y="1042415"/>
            <a:ext cx="10923934" cy="4432870"/>
          </a:xfrm>
        </p:spPr>
        <p:txBody>
          <a:bodyPr anchor="t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3600" b="1" i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F4E7F1-F91F-AD4F-AC91-E9089FFC5F81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6829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30" y="5856284"/>
            <a:ext cx="9037984" cy="366716"/>
          </a:xfrm>
        </p:spPr>
        <p:txBody>
          <a:bodyPr anchor="ctr">
            <a:noAutofit/>
          </a:bodyPr>
          <a:lstStyle>
            <a:lvl1pPr>
              <a:lnSpc>
                <a:spcPct val="120000"/>
              </a:lnSpc>
              <a:defRPr sz="1800" b="1" i="0">
                <a:solidFill>
                  <a:schemeClr val="accent2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30" y="1001715"/>
            <a:ext cx="9037984" cy="3726811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3600" b="1" i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93B5A0-0FC4-284F-8762-E74EE3523890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917125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010613"/>
            <a:ext cx="10945316" cy="7467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4030" y="2138374"/>
            <a:ext cx="5266090" cy="408462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886" y="2138374"/>
            <a:ext cx="5266078" cy="408462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F1578D-94A7-9E43-82B8-AAFA272825E2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477697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30" y="1042831"/>
            <a:ext cx="10923934" cy="7467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4030" y="2051211"/>
            <a:ext cx="5266090" cy="381959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4030" y="2495234"/>
            <a:ext cx="5266090" cy="37277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91886" y="2051212"/>
            <a:ext cx="5266078" cy="381958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86500" y="2495234"/>
            <a:ext cx="5271464" cy="37277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E3611-F589-6B46-B56A-435CF60591D4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643630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692AA-1C89-D34D-9E81-E1A863B5BE18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11153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42A457-1E7D-C84D-ACA4-D60564856941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533911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7" y="634999"/>
            <a:ext cx="3771903" cy="1494476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4030" y="2495234"/>
            <a:ext cx="3771904" cy="3727766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8910" y="634999"/>
            <a:ext cx="6226055" cy="5588001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71255-8A2A-504E-AE57-51186F2E75A8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290017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634999"/>
            <a:ext cx="3793283" cy="1870090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4029" y="2886089"/>
            <a:ext cx="3771901" cy="3336911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2523" y="634999"/>
            <a:ext cx="6595442" cy="5625776"/>
          </a:xfrm>
          <a:blipFill dpi="0" rotWithShape="1">
            <a:blip r:embed="rId2" cstate="screen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590A0A-7008-8A4A-B23F-5951DF641DB9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902512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30" y="1847087"/>
            <a:ext cx="7538424" cy="1386963"/>
          </a:xfrm>
        </p:spPr>
        <p:txBody>
          <a:bodyPr anchor="b">
            <a:noAutofit/>
          </a:bodyPr>
          <a:lstStyle>
            <a:lvl1pPr>
              <a:defRPr sz="6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4030" y="3615051"/>
            <a:ext cx="10923933" cy="2607949"/>
          </a:xfrm>
        </p:spPr>
        <p:txBody>
          <a:bodyPr/>
          <a:lstStyle>
            <a:lvl1pPr marL="0" indent="0">
              <a:buNone/>
              <a:defRPr>
                <a:solidFill>
                  <a:schemeClr val="accent1"/>
                </a:solidFill>
              </a:defRPr>
            </a:lvl1pPr>
            <a:lvl2pPr marL="228600" indent="0">
              <a:buNone/>
              <a:defRPr>
                <a:solidFill>
                  <a:schemeClr val="accent1"/>
                </a:solidFill>
              </a:defRPr>
            </a:lvl2pPr>
            <a:lvl3pPr marL="457200" indent="0">
              <a:buNone/>
              <a:defRPr>
                <a:solidFill>
                  <a:schemeClr val="accent1"/>
                </a:solidFill>
              </a:defRPr>
            </a:lvl3pPr>
            <a:lvl4pPr marL="685800" indent="0">
              <a:buNone/>
              <a:defRPr>
                <a:solidFill>
                  <a:schemeClr val="accent1"/>
                </a:solidFill>
              </a:defRPr>
            </a:lvl4pPr>
            <a:lvl5pPr marL="914400" indent="0">
              <a:buNone/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31EFE-56B6-8F4D-8113-558CEDB7B73A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87602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373816"/>
            <a:ext cx="8481399" cy="1867858"/>
          </a:xfrm>
        </p:spPr>
        <p:txBody>
          <a:bodyPr anchor="b">
            <a:noAutofit/>
          </a:bodyPr>
          <a:lstStyle>
            <a:lvl1pPr>
              <a:defRPr sz="6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3622674"/>
            <a:ext cx="8481399" cy="1486852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228600" indent="0">
              <a:buNone/>
              <a:defRPr sz="2000">
                <a:solidFill>
                  <a:schemeClr val="accent1"/>
                </a:solidFill>
              </a:defRPr>
            </a:lvl2pPr>
            <a:lvl3pPr marL="457200" indent="0">
              <a:buNone/>
              <a:defRPr sz="1800">
                <a:solidFill>
                  <a:schemeClr val="accent1"/>
                </a:solidFill>
              </a:defRPr>
            </a:lvl3pPr>
            <a:lvl4pPr marL="685800" indent="0">
              <a:buNone/>
              <a:defRPr sz="1600">
                <a:solidFill>
                  <a:schemeClr val="accent1"/>
                </a:solidFill>
              </a:defRPr>
            </a:lvl4pPr>
            <a:lvl5pPr marL="914400" indent="0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4D02D-3DC0-C54F-AF94-CB2AA6AB0D37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Growth marketing plan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6145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373816"/>
            <a:ext cx="4704473" cy="2607950"/>
          </a:xfrm>
        </p:spPr>
        <p:txBody>
          <a:bodyPr anchor="b">
            <a:noAutofit/>
          </a:bodyPr>
          <a:lstStyle>
            <a:lvl1pPr>
              <a:defRPr sz="36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4362766"/>
            <a:ext cx="4704473" cy="1860234"/>
          </a:xfrm>
        </p:spPr>
        <p:txBody>
          <a:bodyPr>
            <a:noAutofit/>
          </a:bodyPr>
          <a:lstStyle>
            <a:lvl1pPr marL="0" indent="0">
              <a:buNone/>
              <a:defRPr sz="1800" b="1" i="0">
                <a:solidFill>
                  <a:schemeClr val="accent2"/>
                </a:solidFill>
                <a:latin typeface="+mn-lt"/>
              </a:defRPr>
            </a:lvl1pPr>
            <a:lvl2pPr marL="228600" indent="0">
              <a:buNone/>
              <a:defRPr sz="1800" b="1" i="0">
                <a:solidFill>
                  <a:schemeClr val="accent2"/>
                </a:solidFill>
                <a:latin typeface="+mn-lt"/>
              </a:defRPr>
            </a:lvl2pPr>
            <a:lvl3pPr marL="457200" indent="0">
              <a:buNone/>
              <a:defRPr sz="1800" b="1" i="0">
                <a:solidFill>
                  <a:schemeClr val="accent2"/>
                </a:solidFill>
                <a:latin typeface="+mn-lt"/>
              </a:defRPr>
            </a:lvl3pPr>
            <a:lvl4pPr marL="685800" indent="0">
              <a:buNone/>
              <a:defRPr sz="1800" b="1" i="0">
                <a:solidFill>
                  <a:schemeClr val="accent2"/>
                </a:solidFill>
                <a:latin typeface="+mn-lt"/>
              </a:defRPr>
            </a:lvl4pPr>
            <a:lvl5pPr marL="914400" indent="0">
              <a:buNone/>
              <a:defRPr sz="1800" b="1" i="0">
                <a:solidFill>
                  <a:schemeClr val="accent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914D02D-3DC0-C54F-AF94-CB2AA6AB0D37}" type="datetime1">
              <a:rPr lang="en-US" smtClean="0"/>
              <a:pPr/>
              <a:t>4/28/2026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Growth marketing plan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FE1A7A48-EC1B-2BD5-026A-AEDC4C01FC96}"/>
              </a:ext>
            </a:extLst>
          </p:cNvPr>
          <p:cNvSpPr/>
          <p:nvPr userDrawn="1"/>
        </p:nvSpPr>
        <p:spPr>
          <a:xfrm>
            <a:off x="5821681" y="1"/>
            <a:ext cx="6370318" cy="6223000"/>
          </a:xfrm>
          <a:custGeom>
            <a:avLst/>
            <a:gdLst>
              <a:gd name="connsiteX0" fmla="*/ 3185158 w 6370318"/>
              <a:gd name="connsiteY0" fmla="*/ 991383 h 6223000"/>
              <a:gd name="connsiteX1" fmla="*/ 974138 w 6370318"/>
              <a:gd name="connsiteY1" fmla="*/ 2448125 h 6223000"/>
              <a:gd name="connsiteX2" fmla="*/ 3185158 w 6370318"/>
              <a:gd name="connsiteY2" fmla="*/ 3904867 h 6223000"/>
              <a:gd name="connsiteX3" fmla="*/ 5396178 w 6370318"/>
              <a:gd name="connsiteY3" fmla="*/ 2448125 h 6223000"/>
              <a:gd name="connsiteX4" fmla="*/ 3185158 w 6370318"/>
              <a:gd name="connsiteY4" fmla="*/ 991383 h 6223000"/>
              <a:gd name="connsiteX5" fmla="*/ 0 w 6370318"/>
              <a:gd name="connsiteY5" fmla="*/ 0 h 6223000"/>
              <a:gd name="connsiteX6" fmla="*/ 6370318 w 6370318"/>
              <a:gd name="connsiteY6" fmla="*/ 0 h 6223000"/>
              <a:gd name="connsiteX7" fmla="*/ 6370318 w 6370318"/>
              <a:gd name="connsiteY7" fmla="*/ 6223000 h 6223000"/>
              <a:gd name="connsiteX8" fmla="*/ 5395766 w 6370318"/>
              <a:gd name="connsiteY8" fmla="*/ 6223000 h 6223000"/>
              <a:gd name="connsiteX9" fmla="*/ 5384828 w 6370318"/>
              <a:gd name="connsiteY9" fmla="*/ 6176026 h 6223000"/>
              <a:gd name="connsiteX10" fmla="*/ 3195791 w 6370318"/>
              <a:gd name="connsiteY10" fmla="*/ 5746683 h 6223000"/>
              <a:gd name="connsiteX11" fmla="*/ 5396178 w 6370318"/>
              <a:gd name="connsiteY11" fmla="*/ 4825797 h 6223000"/>
              <a:gd name="connsiteX12" fmla="*/ 3185158 w 6370318"/>
              <a:gd name="connsiteY12" fmla="*/ 3904906 h 6223000"/>
              <a:gd name="connsiteX13" fmla="*/ 974138 w 6370318"/>
              <a:gd name="connsiteY13" fmla="*/ 4825797 h 6223000"/>
              <a:gd name="connsiteX14" fmla="*/ 3174524 w 6370318"/>
              <a:gd name="connsiteY14" fmla="*/ 5746683 h 6223000"/>
              <a:gd name="connsiteX15" fmla="*/ 985488 w 6370318"/>
              <a:gd name="connsiteY15" fmla="*/ 6176026 h 6223000"/>
              <a:gd name="connsiteX16" fmla="*/ 974550 w 6370318"/>
              <a:gd name="connsiteY16" fmla="*/ 6223000 h 6223000"/>
              <a:gd name="connsiteX17" fmla="*/ 0 w 6370318"/>
              <a:gd name="connsiteY17" fmla="*/ 6223000 h 622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6370318" h="6223000">
                <a:moveTo>
                  <a:pt x="3185158" y="991383"/>
                </a:moveTo>
                <a:cubicBezTo>
                  <a:pt x="1964046" y="991383"/>
                  <a:pt x="974138" y="1643590"/>
                  <a:pt x="974138" y="2448125"/>
                </a:cubicBezTo>
                <a:cubicBezTo>
                  <a:pt x="974138" y="3252659"/>
                  <a:pt x="1964046" y="3904867"/>
                  <a:pt x="3185158" y="3904867"/>
                </a:cubicBezTo>
                <a:cubicBezTo>
                  <a:pt x="4406270" y="3904867"/>
                  <a:pt x="5396178" y="3252659"/>
                  <a:pt x="5396178" y="2448125"/>
                </a:cubicBezTo>
                <a:cubicBezTo>
                  <a:pt x="5396178" y="1643590"/>
                  <a:pt x="4406270" y="991383"/>
                  <a:pt x="3185158" y="991383"/>
                </a:cubicBezTo>
                <a:close/>
                <a:moveTo>
                  <a:pt x="0" y="0"/>
                </a:moveTo>
                <a:lnTo>
                  <a:pt x="6370318" y="0"/>
                </a:lnTo>
                <a:lnTo>
                  <a:pt x="6370318" y="6223000"/>
                </a:lnTo>
                <a:lnTo>
                  <a:pt x="5395766" y="6223000"/>
                </a:lnTo>
                <a:lnTo>
                  <a:pt x="5384828" y="6176026"/>
                </a:lnTo>
                <a:cubicBezTo>
                  <a:pt x="5272251" y="5935624"/>
                  <a:pt x="4336001" y="5747839"/>
                  <a:pt x="3195791" y="5746683"/>
                </a:cubicBezTo>
                <a:cubicBezTo>
                  <a:pt x="4412015" y="5744294"/>
                  <a:pt x="5396178" y="5332915"/>
                  <a:pt x="5396178" y="4825797"/>
                </a:cubicBezTo>
                <a:cubicBezTo>
                  <a:pt x="5396178" y="4317207"/>
                  <a:pt x="4406270" y="3904906"/>
                  <a:pt x="3185158" y="3904906"/>
                </a:cubicBezTo>
                <a:cubicBezTo>
                  <a:pt x="1964046" y="3904906"/>
                  <a:pt x="974138" y="4317207"/>
                  <a:pt x="974138" y="4825797"/>
                </a:cubicBezTo>
                <a:cubicBezTo>
                  <a:pt x="974138" y="5332915"/>
                  <a:pt x="1958301" y="5744294"/>
                  <a:pt x="3174524" y="5746683"/>
                </a:cubicBezTo>
                <a:cubicBezTo>
                  <a:pt x="2034315" y="5747839"/>
                  <a:pt x="1098065" y="5935624"/>
                  <a:pt x="985488" y="6176026"/>
                </a:cubicBezTo>
                <a:lnTo>
                  <a:pt x="974550" y="6223000"/>
                </a:lnTo>
                <a:lnTo>
                  <a:pt x="0" y="6223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27427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33" y="635000"/>
            <a:ext cx="10923934" cy="74676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4030" y="1748474"/>
            <a:ext cx="10923934" cy="4474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+mn-lt"/>
              </a:defRPr>
            </a:lvl1pPr>
          </a:lstStyle>
          <a:p>
            <a:fld id="{6A0A5BC3-F280-874C-BA55-1A6C5B1523D3}" type="datetime1">
              <a:rPr lang="en-US" smtClean="0"/>
              <a:pPr/>
              <a:t>4/28/2026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Growth marketing plan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18789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66" r:id="rId3"/>
    <p:sldLayoutId id="2147483767" r:id="rId4"/>
    <p:sldLayoutId id="2147483768" r:id="rId5"/>
    <p:sldLayoutId id="2147483769" r:id="rId6"/>
    <p:sldLayoutId id="2147483770" r:id="rId7"/>
    <p:sldLayoutId id="2147483813" r:id="rId8"/>
    <p:sldLayoutId id="2147483771" r:id="rId9"/>
    <p:sldLayoutId id="2147483816" r:id="rId10"/>
    <p:sldLayoutId id="2147483772" r:id="rId11"/>
    <p:sldLayoutId id="2147483773" r:id="rId12"/>
    <p:sldLayoutId id="2147483814" r:id="rId13"/>
    <p:sldLayoutId id="2147483774" r:id="rId14"/>
    <p:sldLayoutId id="2147483775" r:id="rId15"/>
    <p:sldLayoutId id="2147483776" r:id="rId16"/>
    <p:sldLayoutId id="2147483777" r:id="rId17"/>
    <p:sldLayoutId id="2147483778" r:id="rId18"/>
    <p:sldLayoutId id="2147483779" r:id="rId19"/>
    <p:sldLayoutId id="2147483780" r:id="rId20"/>
    <p:sldLayoutId id="2147483781" r:id="rId21"/>
    <p:sldLayoutId id="2147483782" r:id="rId22"/>
    <p:sldLayoutId id="2147483783" r:id="rId23"/>
    <p:sldLayoutId id="2147483784" r:id="rId24"/>
    <p:sldLayoutId id="2147483785" r:id="rId25"/>
    <p:sldLayoutId id="2147483786" r:id="rId26"/>
    <p:sldLayoutId id="2147483787" r:id="rId27"/>
    <p:sldLayoutId id="2147483788" r:id="rId28"/>
    <p:sldLayoutId id="2147483789" r:id="rId29"/>
    <p:sldLayoutId id="2147483790" r:id="rId30"/>
    <p:sldLayoutId id="2147483791" r:id="rId31"/>
    <p:sldLayoutId id="2147483792" r:id="rId32"/>
    <p:sldLayoutId id="2147483793" r:id="rId33"/>
    <p:sldLayoutId id="2147483794" r:id="rId34"/>
    <p:sldLayoutId id="2147483795" r:id="rId35"/>
    <p:sldLayoutId id="2147483815" r:id="rId36"/>
    <p:sldLayoutId id="2147483818" r:id="rId37"/>
    <p:sldLayoutId id="2147483796" r:id="rId38"/>
    <p:sldLayoutId id="2147483797" r:id="rId39"/>
    <p:sldLayoutId id="2147483798" r:id="rId40"/>
    <p:sldLayoutId id="2147483799" r:id="rId41"/>
    <p:sldLayoutId id="2147483800" r:id="rId42"/>
    <p:sldLayoutId id="2147483801" r:id="rId43"/>
    <p:sldLayoutId id="2147483802" r:id="rId44"/>
    <p:sldLayoutId id="2147483803" r:id="rId45"/>
    <p:sldLayoutId id="2147483804" r:id="rId46"/>
    <p:sldLayoutId id="2147483805" r:id="rId47"/>
    <p:sldLayoutId id="2147483806" r:id="rId48"/>
    <p:sldLayoutId id="2147483807" r:id="rId49"/>
    <p:sldLayoutId id="2147483808" r:id="rId50"/>
    <p:sldLayoutId id="2147483809" r:id="rId51"/>
    <p:sldLayoutId id="2147483810" r:id="rId52"/>
    <p:sldLayoutId id="2147483811" r:id="rId53"/>
    <p:sldLayoutId id="2147483812" r:id="rId54"/>
    <p:sldLayoutId id="2147483817" r:id="rId5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accent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b="0" i="0" kern="1200">
          <a:solidFill>
            <a:schemeClr val="accent2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accent2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accent2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accent2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57989-07E4-B482-9F2A-EBF670F7FA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271" y="1245420"/>
            <a:ext cx="5120640" cy="4977581"/>
          </a:xfrm>
        </p:spPr>
        <p:txBody>
          <a:bodyPr>
            <a:normAutofit/>
          </a:bodyPr>
          <a:lstStyle/>
          <a:p>
            <a:r>
              <a:rPr lang="en-US" sz="4500" dirty="0"/>
              <a:t>The effects of ALAN on fish behavior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3CF5F8-0028-8636-5006-5D5C52B327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68" y="634999"/>
            <a:ext cx="4690543" cy="375615"/>
          </a:xfrm>
        </p:spPr>
        <p:txBody>
          <a:bodyPr/>
          <a:lstStyle/>
          <a:p>
            <a:r>
              <a:rPr lang="en-US" dirty="0"/>
              <a:t>Maxximus Ramsaroop</a:t>
            </a:r>
          </a:p>
        </p:txBody>
      </p:sp>
    </p:spTree>
    <p:extLst>
      <p:ext uri="{BB962C8B-B14F-4D97-AF65-F5344CB8AC3E}">
        <p14:creationId xmlns:p14="http://schemas.microsoft.com/office/powerpoint/2010/main" val="1773831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D9FB-B08B-6550-BEBF-B43074192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10" y="640177"/>
            <a:ext cx="5570325" cy="755658"/>
          </a:xfrm>
        </p:spPr>
        <p:txBody>
          <a:bodyPr>
            <a:normAutofit fontScale="90000"/>
          </a:bodyPr>
          <a:lstStyle/>
          <a:p>
            <a:r>
              <a:rPr lang="en-US" dirty="0"/>
              <a:t>What are the effects of ALAN on fish behavior?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BC7904-BA22-561E-1DE0-8E716FCEA69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9810" y="1796137"/>
            <a:ext cx="5652622" cy="4084627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Biological cycles organize by photoperiods</a:t>
            </a:r>
          </a:p>
          <a:p>
            <a:endParaRPr lang="en-US" dirty="0"/>
          </a:p>
          <a:p>
            <a:r>
              <a:rPr lang="en-US" dirty="0"/>
              <a:t>Light dependent processes are evolutionarily ancient </a:t>
            </a:r>
          </a:p>
          <a:p>
            <a:endParaRPr lang="en-US" dirty="0"/>
          </a:p>
          <a:p>
            <a:r>
              <a:rPr lang="en-US" dirty="0"/>
              <a:t>Light pollution is growing increasingly around coastal and freshwater environments </a:t>
            </a:r>
          </a:p>
          <a:p>
            <a:endParaRPr lang="en-US" dirty="0"/>
          </a:p>
          <a:p>
            <a:r>
              <a:rPr lang="en-US" dirty="0"/>
              <a:t>Sensory pollutants uniquely alter animal behavior through skewing sensory perception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61173D0-615F-F806-0247-4D8E0A41FD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4450"/>
          <a:stretch>
            <a:fillRect/>
          </a:stretch>
        </p:blipFill>
        <p:spPr>
          <a:xfrm>
            <a:off x="5867710" y="1630531"/>
            <a:ext cx="6234480" cy="2264813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643259A8-5D19-78B4-618E-519CF3151268}"/>
              </a:ext>
            </a:extLst>
          </p:cNvPr>
          <p:cNvSpPr txBox="1">
            <a:spLocks/>
          </p:cNvSpPr>
          <p:nvPr/>
        </p:nvSpPr>
        <p:spPr>
          <a:xfrm>
            <a:off x="6204099" y="874873"/>
            <a:ext cx="5425164" cy="755658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chemeClr val="accent1"/>
                </a:solidFill>
              </a:rPr>
              <a:t>Scoping Search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DAAD1695-F66D-9A04-60E0-C0F36701C732}"/>
              </a:ext>
            </a:extLst>
          </p:cNvPr>
          <p:cNvSpPr txBox="1">
            <a:spLocks/>
          </p:cNvSpPr>
          <p:nvPr/>
        </p:nvSpPr>
        <p:spPr>
          <a:xfrm>
            <a:off x="10021613" y="3895344"/>
            <a:ext cx="2170387" cy="755658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>
                <a:solidFill>
                  <a:schemeClr val="accent1"/>
                </a:solidFill>
              </a:rPr>
              <a:t>* to be revised</a:t>
            </a:r>
          </a:p>
        </p:txBody>
      </p:sp>
    </p:spTree>
    <p:extLst>
      <p:ext uri="{BB962C8B-B14F-4D97-AF65-F5344CB8AC3E}">
        <p14:creationId xmlns:p14="http://schemas.microsoft.com/office/powerpoint/2010/main" val="1545177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701D7-435D-8E7D-53C0-66C0C37F5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AC717-1808-0047-7893-C9C49420B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 dirty="0"/>
              <a:t>Quote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F2204B-93FD-5CCF-F270-24DCBFBD76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5463" y="1201492"/>
            <a:ext cx="8647501" cy="4988416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946CBAC-64E3-3E24-19A3-CE5183A5C231}"/>
              </a:ext>
            </a:extLst>
          </p:cNvPr>
          <p:cNvSpPr txBox="1">
            <a:spLocks/>
          </p:cNvSpPr>
          <p:nvPr/>
        </p:nvSpPr>
        <p:spPr>
          <a:xfrm>
            <a:off x="89811" y="393289"/>
            <a:ext cx="4305184" cy="7556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PRISMA Flowchart</a:t>
            </a:r>
          </a:p>
        </p:txBody>
      </p:sp>
    </p:spTree>
    <p:extLst>
      <p:ext uri="{BB962C8B-B14F-4D97-AF65-F5344CB8AC3E}">
        <p14:creationId xmlns:p14="http://schemas.microsoft.com/office/powerpoint/2010/main" val="14034955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96B45-59A7-C589-9ECA-BA4BE7D7D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36" y="2495233"/>
            <a:ext cx="4714881" cy="2233293"/>
          </a:xfrm>
        </p:spPr>
        <p:txBody>
          <a:bodyPr/>
          <a:lstStyle/>
          <a:p>
            <a:r>
              <a:rPr lang="en-US" dirty="0"/>
              <a:t>Moderators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7D2B7D-053A-A34B-CB0F-BDBC50C21F8C}"/>
              </a:ext>
            </a:extLst>
          </p:cNvPr>
          <p:cNvSpPr txBox="1"/>
          <p:nvPr/>
        </p:nvSpPr>
        <p:spPr>
          <a:xfrm>
            <a:off x="6031992" y="296422"/>
            <a:ext cx="5148072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ALAN moderators: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Intensity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Wavelength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Duration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246BB9-385D-125A-2672-6AEC0C31D29B}"/>
              </a:ext>
            </a:extLst>
          </p:cNvPr>
          <p:cNvSpPr txBox="1"/>
          <p:nvPr/>
        </p:nvSpPr>
        <p:spPr>
          <a:xfrm>
            <a:off x="6843085" y="2012765"/>
            <a:ext cx="5148072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r">
              <a:buFont typeface="Arial" panose="020B0604020202020204" pitchFamily="34" charset="0"/>
              <a:buChar char="•"/>
            </a:pPr>
            <a:r>
              <a:rPr lang="en-US" sz="3200" dirty="0"/>
              <a:t>Biological moderators:</a:t>
            </a:r>
          </a:p>
          <a:p>
            <a:pPr marL="342900" indent="-342900" algn="r">
              <a:buFont typeface="+mj-lt"/>
              <a:buAutoNum type="arabicPeriod"/>
            </a:pPr>
            <a:r>
              <a:rPr lang="en-US" sz="2000" dirty="0"/>
              <a:t>Behavioral type</a:t>
            </a:r>
          </a:p>
          <a:p>
            <a:pPr marL="342900" indent="-342900" algn="r">
              <a:buFont typeface="+mj-lt"/>
              <a:buAutoNum type="arabicPeriod"/>
            </a:pPr>
            <a:r>
              <a:rPr lang="en-US" sz="2000" dirty="0"/>
              <a:t>Species &amp; Sex</a:t>
            </a:r>
          </a:p>
          <a:p>
            <a:pPr marL="342900" indent="-342900" algn="r">
              <a:buFont typeface="+mj-lt"/>
              <a:buAutoNum type="arabicPeriod"/>
            </a:pPr>
            <a:r>
              <a:rPr lang="en-US" sz="2000" dirty="0"/>
              <a:t>Life stage &amp; ecology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F5A65A-87FA-644C-C100-41B000604D40}"/>
              </a:ext>
            </a:extLst>
          </p:cNvPr>
          <p:cNvSpPr txBox="1"/>
          <p:nvPr/>
        </p:nvSpPr>
        <p:spPr>
          <a:xfrm>
            <a:off x="6031992" y="4091182"/>
            <a:ext cx="5148072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Study moderators: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Lab/Field study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Behavioral assay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Year &amp; Country of Origin</a:t>
            </a:r>
          </a:p>
        </p:txBody>
      </p:sp>
    </p:spTree>
    <p:extLst>
      <p:ext uri="{BB962C8B-B14F-4D97-AF65-F5344CB8AC3E}">
        <p14:creationId xmlns:p14="http://schemas.microsoft.com/office/powerpoint/2010/main" val="1566291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5782E-E94C-F7FF-5DDC-7C1DFF85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315" y="846267"/>
            <a:ext cx="4714998" cy="746760"/>
          </a:xfrm>
        </p:spPr>
        <p:txBody>
          <a:bodyPr>
            <a:normAutofit fontScale="90000"/>
          </a:bodyPr>
          <a:lstStyle/>
          <a:p>
            <a:r>
              <a:rPr lang="en-US" dirty="0"/>
              <a:t>A glance at my dataset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D1D9EC2-3219-9856-E3FE-611D36355C4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8000"/>
          </a:blip>
          <a:stretch>
            <a:fillRect/>
          </a:stretch>
        </p:blipFill>
        <p:spPr>
          <a:xfrm>
            <a:off x="5818909" y="1748475"/>
            <a:ext cx="5739184" cy="396292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F55546B-72E8-9D0D-6FDA-5D144BC7C0BC}"/>
              </a:ext>
            </a:extLst>
          </p:cNvPr>
          <p:cNvSpPr txBox="1"/>
          <p:nvPr/>
        </p:nvSpPr>
        <p:spPr>
          <a:xfrm>
            <a:off x="128016" y="2295144"/>
            <a:ext cx="555040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600" dirty="0"/>
              <a:t>Extracted 221 effect sizes from 4 studies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600" dirty="0"/>
              <a:t>Includes 22 moderators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600" dirty="0"/>
              <a:t>Used random effects MA on log(RR) data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6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599029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C7084-C959-6935-0D99-455326A78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5867" y="640080"/>
            <a:ext cx="5529026" cy="1049681"/>
          </a:xfrm>
        </p:spPr>
        <p:txBody>
          <a:bodyPr>
            <a:normAutofit/>
          </a:bodyPr>
          <a:lstStyle/>
          <a:p>
            <a:r>
              <a:rPr lang="en-US" sz="3400" dirty="0"/>
              <a:t>What are the overall effects of ALAN on Behavior?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C2C930-1CA7-2078-B0D9-EC285DCEE8C3}"/>
              </a:ext>
            </a:extLst>
          </p:cNvPr>
          <p:cNvSpPr/>
          <p:nvPr/>
        </p:nvSpPr>
        <p:spPr>
          <a:xfrm>
            <a:off x="6775704" y="1069848"/>
            <a:ext cx="5416296" cy="474573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C54365-884F-A6CC-24AE-0AA2E66616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5312" y="814603"/>
            <a:ext cx="6266688" cy="40285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FC9267C-2A73-BB4F-390A-81EF9AB1CD09}"/>
              </a:ext>
            </a:extLst>
          </p:cNvPr>
          <p:cNvSpPr txBox="1"/>
          <p:nvPr/>
        </p:nvSpPr>
        <p:spPr>
          <a:xfrm>
            <a:off x="275867" y="2167128"/>
            <a:ext cx="500176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500" b="1" dirty="0">
                <a:solidFill>
                  <a:schemeClr val="accent1"/>
                </a:solidFill>
              </a:rPr>
              <a:t>No grand mean effect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500" b="1" dirty="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500" b="1" dirty="0">
                <a:solidFill>
                  <a:schemeClr val="accent1"/>
                </a:solidFill>
              </a:rPr>
              <a:t>Behavioral endpoints leave this largely difficult to interpret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9E3D20-8C83-39BF-FB41-D857194C9D23}"/>
              </a:ext>
            </a:extLst>
          </p:cNvPr>
          <p:cNvSpPr txBox="1"/>
          <p:nvPr/>
        </p:nvSpPr>
        <p:spPr>
          <a:xfrm>
            <a:off x="5925312" y="5098528"/>
            <a:ext cx="1839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7</a:t>
            </a:r>
            <a:r>
              <a:rPr lang="en-US" sz="1400" dirty="0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 Kurvers et al. 2018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239E6B-CF5C-EFD5-C4F4-8B8704A29C1D}"/>
              </a:ext>
            </a:extLst>
          </p:cNvPr>
          <p:cNvSpPr txBox="1"/>
          <p:nvPr/>
        </p:nvSpPr>
        <p:spPr>
          <a:xfrm>
            <a:off x="5925312" y="5353821"/>
            <a:ext cx="13877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  <a:r>
              <a:rPr lang="en-US" sz="1400" dirty="0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 Li et al. 2024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00DD1A-9942-E0BF-3598-AC607C6BA8DE}"/>
              </a:ext>
            </a:extLst>
          </p:cNvPr>
          <p:cNvSpPr txBox="1"/>
          <p:nvPr/>
        </p:nvSpPr>
        <p:spPr>
          <a:xfrm>
            <a:off x="5925312" y="5609114"/>
            <a:ext cx="19391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  <a:r>
              <a:rPr lang="en-US" sz="1400" dirty="0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 Georgiou et al. 2024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9CD51F-6417-C8E0-22CC-511131FF323F}"/>
              </a:ext>
            </a:extLst>
          </p:cNvPr>
          <p:cNvSpPr txBox="1"/>
          <p:nvPr/>
        </p:nvSpPr>
        <p:spPr>
          <a:xfrm>
            <a:off x="5925312" y="5837632"/>
            <a:ext cx="22914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en-US" sz="1400" dirty="0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 Lucon-xiccato et al. 2023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5313DC-1A60-97AB-BDDF-5C458B670BB8}"/>
              </a:ext>
            </a:extLst>
          </p:cNvPr>
          <p:cNvSpPr txBox="1"/>
          <p:nvPr/>
        </p:nvSpPr>
        <p:spPr>
          <a:xfrm>
            <a:off x="8373710" y="5199933"/>
            <a:ext cx="366212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rma.mv( </a:t>
            </a:r>
            <a:r>
              <a:rPr lang="en-US" dirty="0" err="1">
                <a:solidFill>
                  <a:schemeClr val="bg2"/>
                </a:solidFill>
              </a:rPr>
              <a:t>yi</a:t>
            </a:r>
            <a:r>
              <a:rPr lang="en-US" dirty="0">
                <a:solidFill>
                  <a:schemeClr val="bg2"/>
                </a:solidFill>
              </a:rPr>
              <a:t>, vi,  </a:t>
            </a:r>
          </a:p>
          <a:p>
            <a:r>
              <a:rPr lang="en-US" dirty="0">
                <a:solidFill>
                  <a:schemeClr val="bg2"/>
                </a:solidFill>
              </a:rPr>
              <a:t>random = ~ 1 | </a:t>
            </a:r>
            <a:r>
              <a:rPr lang="en-US" dirty="0" err="1">
                <a:solidFill>
                  <a:schemeClr val="bg2"/>
                </a:solidFill>
              </a:rPr>
              <a:t>Study_ID</a:t>
            </a:r>
            <a:r>
              <a:rPr lang="en-US" dirty="0">
                <a:solidFill>
                  <a:schemeClr val="bg2"/>
                </a:solidFill>
              </a:rPr>
              <a:t>/</a:t>
            </a:r>
            <a:r>
              <a:rPr lang="en-US" dirty="0" err="1">
                <a:solidFill>
                  <a:schemeClr val="bg2"/>
                </a:solidFill>
              </a:rPr>
              <a:t>effect_ID</a:t>
            </a:r>
            <a:r>
              <a:rPr lang="en-US" dirty="0">
                <a:solidFill>
                  <a:schemeClr val="bg2"/>
                </a:solidFill>
              </a:rPr>
              <a:t>,  </a:t>
            </a:r>
          </a:p>
          <a:p>
            <a:r>
              <a:rPr lang="en-US" dirty="0">
                <a:solidFill>
                  <a:schemeClr val="bg2"/>
                </a:solidFill>
              </a:rPr>
              <a:t>data = </a:t>
            </a:r>
            <a:r>
              <a:rPr lang="en-US" dirty="0" err="1">
                <a:solidFill>
                  <a:schemeClr val="bg2"/>
                </a:solidFill>
              </a:rPr>
              <a:t>df_ma</a:t>
            </a:r>
            <a:r>
              <a:rPr lang="en-US" dirty="0">
                <a:solidFill>
                  <a:schemeClr val="bg2"/>
                </a:solidFill>
              </a:rPr>
              <a:t>,  method = "REML")</a:t>
            </a:r>
          </a:p>
        </p:txBody>
      </p:sp>
    </p:spTree>
    <p:extLst>
      <p:ext uri="{BB962C8B-B14F-4D97-AF65-F5344CB8AC3E}">
        <p14:creationId xmlns:p14="http://schemas.microsoft.com/office/powerpoint/2010/main" val="1751885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9451E-B6DF-ACAF-148F-D17551E56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93978-8994-4C0D-D73B-17B3299576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5867" y="545007"/>
            <a:ext cx="5529026" cy="1049681"/>
          </a:xfrm>
        </p:spPr>
        <p:txBody>
          <a:bodyPr>
            <a:normAutofit/>
          </a:bodyPr>
          <a:lstStyle/>
          <a:p>
            <a:r>
              <a:rPr lang="en-US" sz="3400" dirty="0"/>
              <a:t>What are the overall effects of ALAN on Behavior?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5F5FBE-9D8D-B724-C576-752F274FE7A6}"/>
              </a:ext>
            </a:extLst>
          </p:cNvPr>
          <p:cNvSpPr/>
          <p:nvPr/>
        </p:nvSpPr>
        <p:spPr>
          <a:xfrm>
            <a:off x="6775704" y="1069848"/>
            <a:ext cx="5416296" cy="474573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4DFAF0-B8C7-7FF2-9F61-C7E8A2D84D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5312" y="814603"/>
            <a:ext cx="6266688" cy="40285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2A8F395-FB2F-20B5-B0CE-A4796692E49D}"/>
              </a:ext>
            </a:extLst>
          </p:cNvPr>
          <p:cNvSpPr txBox="1"/>
          <p:nvPr/>
        </p:nvSpPr>
        <p:spPr>
          <a:xfrm>
            <a:off x="275867" y="2036311"/>
            <a:ext cx="5001768" cy="27853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500" b="1" dirty="0">
                <a:solidFill>
                  <a:schemeClr val="accent1"/>
                </a:solidFill>
              </a:rPr>
              <a:t>No grand mean effect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500" b="1" dirty="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500" b="1" dirty="0">
                <a:solidFill>
                  <a:schemeClr val="accent1"/>
                </a:solidFill>
              </a:rPr>
              <a:t>Behavioral endpoints leave this largely difficult to interpret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500" b="1" dirty="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500" b="1" dirty="0">
                <a:solidFill>
                  <a:schemeClr val="accent1"/>
                </a:solidFill>
              </a:rPr>
              <a:t>LOTS of heterogeneity &amp; within study var.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73B89B-D0C9-2F67-30A3-EF3F4F0F15ED}"/>
              </a:ext>
            </a:extLst>
          </p:cNvPr>
          <p:cNvSpPr txBox="1"/>
          <p:nvPr/>
        </p:nvSpPr>
        <p:spPr>
          <a:xfrm>
            <a:off x="5925312" y="5098528"/>
            <a:ext cx="1839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7</a:t>
            </a:r>
            <a:r>
              <a:rPr lang="en-US" sz="1400" dirty="0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 Kurvers et al. 2018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6F1838-7E84-171C-1B51-724A07FD0DEB}"/>
              </a:ext>
            </a:extLst>
          </p:cNvPr>
          <p:cNvSpPr txBox="1"/>
          <p:nvPr/>
        </p:nvSpPr>
        <p:spPr>
          <a:xfrm>
            <a:off x="5925312" y="5353821"/>
            <a:ext cx="13877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  <a:r>
              <a:rPr lang="en-US" sz="1400" dirty="0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 Li et al. 2024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29D5B9-8C11-81FF-E1D6-1FCCDE6F868D}"/>
              </a:ext>
            </a:extLst>
          </p:cNvPr>
          <p:cNvSpPr txBox="1"/>
          <p:nvPr/>
        </p:nvSpPr>
        <p:spPr>
          <a:xfrm>
            <a:off x="5925312" y="5609114"/>
            <a:ext cx="19391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  <a:r>
              <a:rPr lang="en-US" sz="1400" dirty="0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 Georgiou et al. 2024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49ABF8-5563-9001-4407-21C8CCCD44A3}"/>
              </a:ext>
            </a:extLst>
          </p:cNvPr>
          <p:cNvSpPr txBox="1"/>
          <p:nvPr/>
        </p:nvSpPr>
        <p:spPr>
          <a:xfrm>
            <a:off x="5925312" y="5837632"/>
            <a:ext cx="22914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en-US" sz="1400" dirty="0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 Lucon-xiccato et al. 2023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484E6E-BD3D-08F7-CB93-4C4E634255D3}"/>
              </a:ext>
            </a:extLst>
          </p:cNvPr>
          <p:cNvSpPr txBox="1"/>
          <p:nvPr/>
        </p:nvSpPr>
        <p:spPr>
          <a:xfrm>
            <a:off x="8373710" y="5199933"/>
            <a:ext cx="366212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rma.mv( </a:t>
            </a:r>
            <a:r>
              <a:rPr lang="en-US" dirty="0" err="1">
                <a:solidFill>
                  <a:schemeClr val="bg2"/>
                </a:solidFill>
              </a:rPr>
              <a:t>yi</a:t>
            </a:r>
            <a:r>
              <a:rPr lang="en-US" dirty="0">
                <a:solidFill>
                  <a:schemeClr val="bg2"/>
                </a:solidFill>
              </a:rPr>
              <a:t>, vi,  </a:t>
            </a:r>
          </a:p>
          <a:p>
            <a:r>
              <a:rPr lang="en-US" dirty="0">
                <a:solidFill>
                  <a:schemeClr val="bg2"/>
                </a:solidFill>
              </a:rPr>
              <a:t>random = ~ 1 | </a:t>
            </a:r>
            <a:r>
              <a:rPr lang="en-US" dirty="0" err="1">
                <a:solidFill>
                  <a:schemeClr val="bg2"/>
                </a:solidFill>
              </a:rPr>
              <a:t>Study_ID</a:t>
            </a:r>
            <a:r>
              <a:rPr lang="en-US" dirty="0">
                <a:solidFill>
                  <a:schemeClr val="bg2"/>
                </a:solidFill>
              </a:rPr>
              <a:t>/</a:t>
            </a:r>
            <a:r>
              <a:rPr lang="en-US" dirty="0" err="1">
                <a:solidFill>
                  <a:schemeClr val="bg2"/>
                </a:solidFill>
              </a:rPr>
              <a:t>effect_ID</a:t>
            </a:r>
            <a:r>
              <a:rPr lang="en-US" dirty="0">
                <a:solidFill>
                  <a:schemeClr val="bg2"/>
                </a:solidFill>
              </a:rPr>
              <a:t>,  </a:t>
            </a:r>
          </a:p>
          <a:p>
            <a:r>
              <a:rPr lang="en-US" dirty="0">
                <a:solidFill>
                  <a:schemeClr val="bg2"/>
                </a:solidFill>
              </a:rPr>
              <a:t>data = </a:t>
            </a:r>
            <a:r>
              <a:rPr lang="en-US" dirty="0" err="1">
                <a:solidFill>
                  <a:schemeClr val="bg2"/>
                </a:solidFill>
              </a:rPr>
              <a:t>df_ma</a:t>
            </a:r>
            <a:r>
              <a:rPr lang="en-US" dirty="0">
                <a:solidFill>
                  <a:schemeClr val="bg2"/>
                </a:solidFill>
              </a:rPr>
              <a:t>,  method = "REML")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802A65-02B2-E532-28C2-6EF72B32C4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944" y="4645845"/>
            <a:ext cx="3383297" cy="203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0164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C32F8-E21D-68DC-2A6B-6A44F0117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30" y="855165"/>
            <a:ext cx="11201400" cy="746761"/>
          </a:xfrm>
        </p:spPr>
        <p:txBody>
          <a:bodyPr>
            <a:noAutofit/>
          </a:bodyPr>
          <a:lstStyle/>
          <a:p>
            <a:r>
              <a:rPr lang="en-US" sz="3400" dirty="0"/>
              <a:t>How do moderators explain heterogeneity in our results?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D8B12BB-A641-B3D6-FB84-5BB508D993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4030" y="1752244"/>
            <a:ext cx="5266090" cy="4084626"/>
          </a:xfrm>
        </p:spPr>
        <p:txBody>
          <a:bodyPr/>
          <a:lstStyle/>
          <a:p>
            <a:r>
              <a:rPr lang="en-US" dirty="0"/>
              <a:t>Moderators </a:t>
            </a:r>
            <a:r>
              <a:rPr lang="en-US" b="1" dirty="0"/>
              <a:t>reduce</a:t>
            </a:r>
            <a:r>
              <a:rPr lang="en-US" dirty="0"/>
              <a:t> QE heterogeneity &amp; increase AIC</a:t>
            </a:r>
          </a:p>
          <a:p>
            <a:r>
              <a:rPr lang="en-US" dirty="0"/>
              <a:t>Significantly improved fit (LRT)</a:t>
            </a:r>
          </a:p>
          <a:p>
            <a:r>
              <a:rPr lang="en-US" dirty="0"/>
              <a:t>Only fit some major moderators</a:t>
            </a:r>
          </a:p>
          <a:p>
            <a:r>
              <a:rPr lang="en-US" dirty="0"/>
              <a:t>Within study variance </a:t>
            </a:r>
            <a:r>
              <a:rPr lang="en-US" b="1" dirty="0"/>
              <a:t>decreases</a:t>
            </a:r>
            <a:r>
              <a:rPr lang="en-US" dirty="0"/>
              <a:t> but between study variance </a:t>
            </a:r>
            <a:r>
              <a:rPr lang="en-US" b="1" dirty="0"/>
              <a:t>increases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A9EEF01-1BA9-48AD-F028-63A4D5E90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20" y="5836870"/>
            <a:ext cx="8523326" cy="8906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4CFFC2-968D-96EF-20EE-AF54FCB134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24" y="1601926"/>
            <a:ext cx="4846274" cy="15606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E22117F-5D24-849E-E80A-EAE7BC6005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526" y="3213182"/>
            <a:ext cx="4398172" cy="2473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7357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360D7-F74C-CD9E-C576-1CB8FFE877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0878" y="612648"/>
            <a:ext cx="4714880" cy="1616037"/>
          </a:xfrm>
        </p:spPr>
        <p:txBody>
          <a:bodyPr/>
          <a:lstStyle/>
          <a:p>
            <a:r>
              <a:rPr lang="en-US" dirty="0"/>
              <a:t>Fish exhibit various behavioral responses to ALAN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B881B6-E5F1-0B4A-61D5-D64AE4AB5781}"/>
              </a:ext>
            </a:extLst>
          </p:cNvPr>
          <p:cNvSpPr/>
          <p:nvPr/>
        </p:nvSpPr>
        <p:spPr>
          <a:xfrm>
            <a:off x="6843092" y="1207008"/>
            <a:ext cx="5348908" cy="451713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C8758B-017B-C172-8955-AEEDBC824E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439" y="1748475"/>
            <a:ext cx="6295561" cy="31618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EA4E6A-0D05-BEA1-0F61-388E57A57359}"/>
              </a:ext>
            </a:extLst>
          </p:cNvPr>
          <p:cNvSpPr txBox="1"/>
          <p:nvPr/>
        </p:nvSpPr>
        <p:spPr>
          <a:xfrm>
            <a:off x="97873" y="2615184"/>
            <a:ext cx="556226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Fish are less active and more anxious under ALAN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Activity measured as the mean velocity over several minutes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Anxiety measured as “thigmotaxis” or wall hugging behavior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Boldness is often the time to emerge from a shelter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Behavioral traits do not perfectly translate across contexts</a:t>
            </a:r>
          </a:p>
        </p:txBody>
      </p:sp>
    </p:spTree>
    <p:extLst>
      <p:ext uri="{BB962C8B-B14F-4D97-AF65-F5344CB8AC3E}">
        <p14:creationId xmlns:p14="http://schemas.microsoft.com/office/powerpoint/2010/main" val="1858387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BB16D-2F4A-F938-64C3-F8B6808F5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457" y="517084"/>
            <a:ext cx="5203231" cy="755658"/>
          </a:xfrm>
        </p:spPr>
        <p:txBody>
          <a:bodyPr>
            <a:normAutofit fontScale="90000"/>
          </a:bodyPr>
          <a:lstStyle/>
          <a:p>
            <a:r>
              <a:rPr lang="en-US" dirty="0"/>
              <a:t>Different colors have different behavioral effects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BCE1C32-E3BE-E820-0C0D-D82105EBFBD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57343" y="2138373"/>
            <a:ext cx="4331151" cy="4084627"/>
          </a:xfrm>
        </p:spPr>
        <p:txBody>
          <a:bodyPr>
            <a:normAutofit/>
          </a:bodyPr>
          <a:lstStyle/>
          <a:p>
            <a:r>
              <a:rPr lang="en-US" dirty="0"/>
              <a:t>Mostly driven by study 5</a:t>
            </a:r>
          </a:p>
          <a:p>
            <a:endParaRPr lang="en-US" dirty="0"/>
          </a:p>
          <a:p>
            <a:r>
              <a:rPr lang="en-US" dirty="0"/>
              <a:t>White light most applicable across studies but contains multiple spectral peaks</a:t>
            </a:r>
          </a:p>
          <a:p>
            <a:endParaRPr lang="en-US" dirty="0"/>
          </a:p>
          <a:p>
            <a:r>
              <a:rPr lang="en-US" dirty="0"/>
              <a:t>Activity result probably most reliable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30BCD2-E744-5DD4-9970-862FC5A534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6835" y="1531020"/>
            <a:ext cx="6150860" cy="3795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9363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72092-1D93-1C42-71C9-4C3CD1035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30" y="1001714"/>
            <a:ext cx="10923934" cy="755659"/>
          </a:xfrm>
        </p:spPr>
        <p:txBody>
          <a:bodyPr>
            <a:normAutofit/>
          </a:bodyPr>
          <a:lstStyle/>
          <a:p>
            <a:r>
              <a:rPr lang="en-US" dirty="0"/>
              <a:t>Future Directions &amp; Meta-regression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FCF4C38-EC5E-C457-57DC-50696E24CD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5047" y="2385192"/>
            <a:ext cx="5514056" cy="34029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3A1B24F-5D0E-4DF5-CCB3-520DB7261C5C}"/>
              </a:ext>
            </a:extLst>
          </p:cNvPr>
          <p:cNvSpPr txBox="1"/>
          <p:nvPr/>
        </p:nvSpPr>
        <p:spPr>
          <a:xfrm>
            <a:off x="6574536" y="2015860"/>
            <a:ext cx="3378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Very preliminary meta-regression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14A91E-673C-5564-9F69-D58884C48C74}"/>
              </a:ext>
            </a:extLst>
          </p:cNvPr>
          <p:cNvSpPr txBox="1"/>
          <p:nvPr/>
        </p:nvSpPr>
        <p:spPr>
          <a:xfrm>
            <a:off x="634030" y="2385192"/>
            <a:ext cx="4706673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Include more moderators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Calculate ln(CVR) variation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Perform actual meta-regressions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Improve search criterion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Run sensitivity analyses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Test publication bias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043495"/>
      </p:ext>
    </p:extLst>
  </p:cSld>
  <p:clrMapOvr>
    <a:masterClrMapping/>
  </p:clrMapOvr>
</p:sld>
</file>

<file path=ppt/theme/theme1.xml><?xml version="1.0" encoding="utf-8"?>
<a:theme xmlns:a="http://schemas.openxmlformats.org/drawingml/2006/main" name="RetroFormFusion">
  <a:themeElements>
    <a:clrScheme name="Retro Form Fusion">
      <a:dk1>
        <a:srgbClr val="000000"/>
      </a:dk1>
      <a:lt1>
        <a:srgbClr val="FFFFFF"/>
      </a:lt1>
      <a:dk2>
        <a:srgbClr val="2C3932"/>
      </a:dk2>
      <a:lt2>
        <a:srgbClr val="FDF6EA"/>
      </a:lt2>
      <a:accent1>
        <a:srgbClr val="E7E9A8"/>
      </a:accent1>
      <a:accent2>
        <a:srgbClr val="C02C0D"/>
      </a:accent2>
      <a:accent3>
        <a:srgbClr val="C9A7E8"/>
      </a:accent3>
      <a:accent4>
        <a:srgbClr val="242C40"/>
      </a:accent4>
      <a:accent5>
        <a:srgbClr val="D90C65"/>
      </a:accent5>
      <a:accent6>
        <a:srgbClr val="3C5569"/>
      </a:accent6>
      <a:hlink>
        <a:srgbClr val="169C9A"/>
      </a:hlink>
      <a:folHlink>
        <a:srgbClr val="E15C3D"/>
      </a:folHlink>
    </a:clrScheme>
    <a:fontScheme name="Custom 44">
      <a:majorFont>
        <a:latin typeface="Franklin Gothic Demi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 form fusion_Marketing Presentation_win32_SD_V6" id="{1B74A257-43A2-48DC-AABC-425ADD1BD4C0}" vid="{0AB9CF50-3A4C-496A-BE11-F38E096BD9D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1CEDABF-7176-4A42-8EF9-E5D4DD31FF6C}">
  <ds:schemaRefs>
    <ds:schemaRef ds:uri="71af3243-3dd4-4a8d-8c0d-dd76da1f02a5"/>
    <ds:schemaRef ds:uri="http://purl.org/dc/dcmitype/"/>
    <ds:schemaRef ds:uri="16c05727-aa75-4e4a-9b5f-8a80a1165891"/>
    <ds:schemaRef ds:uri="http://purl.org/dc/elements/1.1/"/>
    <ds:schemaRef ds:uri="http://www.w3.org/XML/1998/namespace"/>
    <ds:schemaRef ds:uri="http://schemas.microsoft.com/sharepoint/v3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D3301439-688F-4D19-B908-B48B62C5607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EEC3793-C1BC-496C-A03C-202DFFC513D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{E974BF55-9585-42E9-B1C1-E85DA559D49A}3b1ee2c4-488f-4f6f-879d-8700a6d4fc2b-TF68a6f5d8-383f-4bee-98cb-6033b297636b_win32</Template>
  <TotalTime>233</TotalTime>
  <Words>427</Words>
  <Application>Microsoft Office PowerPoint</Application>
  <PresentationFormat>Widescreen</PresentationFormat>
  <Paragraphs>89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Arial</vt:lpstr>
      <vt:lpstr>Calibri</vt:lpstr>
      <vt:lpstr>Franklin Gothic Book</vt:lpstr>
      <vt:lpstr>Franklin Gothic Demi</vt:lpstr>
      <vt:lpstr>RetroFormFusion</vt:lpstr>
      <vt:lpstr>The effects of ALAN on fish behavior</vt:lpstr>
      <vt:lpstr>What are the effects of ALAN on fish behavior?</vt:lpstr>
      <vt:lpstr>Quote</vt:lpstr>
      <vt:lpstr>Moderators</vt:lpstr>
      <vt:lpstr>A glance at my dataset</vt:lpstr>
      <vt:lpstr>What are the overall effects of ALAN on Behavior?</vt:lpstr>
      <vt:lpstr>What are the overall effects of ALAN on Behavior?</vt:lpstr>
      <vt:lpstr>How do moderators explain heterogeneity in our results?</vt:lpstr>
      <vt:lpstr>Fish exhibit various behavioral responses to ALAN</vt:lpstr>
      <vt:lpstr>Different colors have different behavioral effects</vt:lpstr>
      <vt:lpstr>Future Directions &amp; Meta-regression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Maxximus</dc:creator>
  <cp:lastModifiedBy>Maxximus</cp:lastModifiedBy>
  <cp:revision>2</cp:revision>
  <dcterms:created xsi:type="dcterms:W3CDTF">2026-04-28T04:00:50Z</dcterms:created>
  <dcterms:modified xsi:type="dcterms:W3CDTF">2026-04-28T15:35:38Z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